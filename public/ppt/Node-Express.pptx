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828800"/>
            <a:ext cx="5486400" cy="5486400"/>
          </a:xfrm>
          <a:prstGeom prst="ellipse">
            <a:avLst/>
          </a:prstGeom>
          <a:solidFill>
            <a:srgbClr val="151B47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2926080"/>
            <a:ext cx="2286000" cy="2286000"/>
          </a:xfrm>
          <a:prstGeom prst="ellipse">
            <a:avLst/>
          </a:prstGeom>
          <a:solidFill>
            <a:srgbClr val="2A9D8F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182880" cy="18288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38404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· BACKEND BEGINS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371600" cy="13716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801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D11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2011680" y="12801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Node + Express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011680" y="1965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on the server. Build your own API in ~30 lines.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011680" y="23774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· Express · Routes · Middleware · CORS · Todo API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6576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hrs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57200" y="4206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time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68880" y="36576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468880" y="4206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80560" y="36576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480560" y="4206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92240" y="36576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11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492240" y="4206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15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OWN BY 2 PM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Today's Mission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0233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691640"/>
            <a:ext cx="548640" cy="54864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71600" y="1645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 JS on the server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20574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basics — your code outside the browser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463040"/>
            <a:ext cx="40233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92040" y="1691640"/>
            <a:ext cx="548640" cy="54864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577840" y="1645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a server with Express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577840" y="20574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Routes, request, response — the foundation of every API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971800"/>
            <a:ext cx="40233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85800" y="3200400"/>
            <a:ext cx="548640" cy="54864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371600" y="3154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Handle JSON + middleware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71600" y="35661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body, log requests, allow React via CORS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2971800"/>
            <a:ext cx="40233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92040" y="3200400"/>
            <a:ext cx="548640" cy="54864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577840" y="3154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Ship a working REST API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577840" y="35661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endpoints for a Todo app — tested live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11 · Node.js + Express · Phase 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These 2 Hours Will Flow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463040" cy="411480"/>
          </a:xfrm>
          <a:prstGeom prst="roundRect">
            <a:avLst>
              <a:gd name="adj" fmla="val 13333"/>
            </a:avLst>
          </a:prstGeom>
          <a:solidFill>
            <a:srgbClr val="E6394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544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 – 0:15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103120" y="15544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566160" y="15544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a Backend? Frontend Limits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121408"/>
            <a:ext cx="1463040" cy="411480"/>
          </a:xfrm>
          <a:prstGeom prst="roundRect">
            <a:avLst>
              <a:gd name="adj" fmla="val 13333"/>
            </a:avLst>
          </a:prstGeom>
          <a:solidFill>
            <a:srgbClr val="06AED5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12140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0:15 – 0:35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103120" y="212140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6A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66160" y="212140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Node.js — JS on the Server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688336"/>
            <a:ext cx="1463040" cy="411480"/>
          </a:xfrm>
          <a:prstGeom prst="roundRect">
            <a:avLst>
              <a:gd name="adj" fmla="val 13333"/>
            </a:avLst>
          </a:prstGeom>
          <a:solidFill>
            <a:srgbClr val="8338EC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688336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0:35 – 1:10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103120" y="2688336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33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66160" y="2688336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Express — Routes, Middleware, CORS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255264"/>
            <a:ext cx="1463040" cy="411480"/>
          </a:xfrm>
          <a:prstGeom prst="roundRect">
            <a:avLst>
              <a:gd name="adj" fmla="val 13333"/>
            </a:avLst>
          </a:prstGeom>
          <a:solidFill>
            <a:srgbClr val="2A9D8F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255264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1:10 – 1:50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103120" y="3255264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566160" y="3255264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a Todo API + Test It Live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3822192"/>
            <a:ext cx="1463040" cy="41148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82219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1:50 – 2:00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103120" y="382219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566160" y="382219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Tomorrow: MongoDB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11 · Node.js + Express · Phase 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457200"/>
            <a:ext cx="4754880" cy="4754880"/>
          </a:xfrm>
          <a:prstGeom prst="ellipse">
            <a:avLst/>
          </a:prstGeom>
          <a:solidFill>
            <a:srgbClr val="151B47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0" y="1188720"/>
            <a:ext cx="2377440" cy="237744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4" name="Text 2"/>
          <p:cNvSpPr/>
          <p:nvPr/>
        </p:nvSpPr>
        <p:spPr>
          <a:xfrm>
            <a:off x="6492240" y="118872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64592" cy="164592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8412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a Backend?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can build any UI. But there are things the browser literally cannot do — and they all need a server. That's why every real app has a backend.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 LIMITS THAT FORCE YOU SERVER-SIDE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the Frontend Can't Do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React code runs in someone else's browser. Which means…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40233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828800"/>
            <a:ext cx="73152" cy="128016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🔑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371600" y="2011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Hide secrets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23774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in JS are visible to anyone. Right-click → View Source.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828800"/>
            <a:ext cx="40233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828800"/>
            <a:ext cx="73152" cy="128016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💾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5577840" y="2011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Persist data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577840" y="23774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= state gone. localStorage only stays on one device.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246120"/>
            <a:ext cx="40233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246120"/>
            <a:ext cx="73152" cy="1280160"/>
          </a:xfrm>
          <a:prstGeom prst="rect">
            <a:avLst/>
          </a:prstGeom>
          <a:solidFill>
            <a:srgbClr val="8338EC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520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🤝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1371600" y="3429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Share data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71600" y="37947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 can't see User B's todos. Frontend doesn't talk between users.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3246120"/>
            <a:ext cx="40233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3246120"/>
            <a:ext cx="73152" cy="1280160"/>
          </a:xfrm>
          <a:prstGeom prst="rect">
            <a:avLst/>
          </a:prstGeom>
          <a:solidFill>
            <a:srgbClr val="06AED5"/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3520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✉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5577840" y="3429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Send email / pay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577840" y="37947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APIs, payment gateways — all need server-side keys.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11 · Node.js + Express · Phase 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457200"/>
            <a:ext cx="4754880" cy="4754880"/>
          </a:xfrm>
          <a:prstGeom prst="ellipse">
            <a:avLst/>
          </a:prstGeom>
          <a:solidFill>
            <a:srgbClr val="151B47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0" y="1188720"/>
            <a:ext cx="2377440" cy="2377440"/>
          </a:xfrm>
          <a:prstGeom prst="ellipse">
            <a:avLst/>
          </a:prstGeom>
          <a:solidFill>
            <a:srgbClr val="06AED5"/>
          </a:solidFill>
          <a:ln/>
        </p:spPr>
      </p:sp>
      <p:sp>
        <p:nvSpPr>
          <p:cNvPr id="4" name="Text 2"/>
          <p:cNvSpPr/>
          <p:nvPr/>
        </p:nvSpPr>
        <p:spPr>
          <a:xfrm>
            <a:off x="6492240" y="118872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64592" cy="164592"/>
          </a:xfrm>
          <a:prstGeom prst="ellipse">
            <a:avLst/>
          </a:prstGeom>
          <a:solidFill>
            <a:srgbClr val="06AED5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8412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6A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Node.js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JavaScript you wrote in React, now running on the server. No browser, no DOM — just code that can read files, talk to databases, and serve HTTP requests.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06AED5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A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LANGUAGE · NEW SUPERPOWERS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Node.js — JS Outside the Browser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0233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73152" cy="3200400"/>
          </a:xfrm>
          <a:prstGeom prst="rect">
            <a:avLst/>
          </a:prstGeom>
          <a:solidFill>
            <a:srgbClr val="06AED5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554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6A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BASICS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JS runtime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22860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in 2009. Lets you run JavaScript anywhere — servers, scripts, build tools. You already used Node every time you ran npm install.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3246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6A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DIFFERENCES FROM BROWSER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35661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window or document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fs (files), http, process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require() or import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3440" y="1417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6A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— 3 STEPS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783080"/>
            <a:ext cx="4023360" cy="8595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00600" y="1965960"/>
            <a:ext cx="365760" cy="365760"/>
          </a:xfrm>
          <a:prstGeom prst="ellipse">
            <a:avLst/>
          </a:prstGeom>
          <a:solidFill>
            <a:srgbClr val="06AED5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257800" y="1874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Make a folder + enter it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257800" y="2194560"/>
            <a:ext cx="3291840" cy="3200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8" name="Text 16"/>
          <p:cNvSpPr/>
          <p:nvPr/>
        </p:nvSpPr>
        <p:spPr>
          <a:xfrm>
            <a:off x="5349240" y="21945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todo-api &amp;&amp; cd todo-api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2734056"/>
            <a:ext cx="4023360" cy="8595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916936"/>
            <a:ext cx="365760" cy="365760"/>
          </a:xfrm>
          <a:prstGeom prst="ellipse">
            <a:avLst/>
          </a:prstGeom>
          <a:solidFill>
            <a:srgbClr val="06AED5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2916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57800" y="28254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Initialize npm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257800" y="3145536"/>
            <a:ext cx="3291840" cy="3200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24" name="Text 22"/>
          <p:cNvSpPr/>
          <p:nvPr/>
        </p:nvSpPr>
        <p:spPr>
          <a:xfrm>
            <a:off x="5349240" y="3145536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init -y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3685032"/>
            <a:ext cx="4023360" cy="8595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3867912"/>
            <a:ext cx="365760" cy="365760"/>
          </a:xfrm>
          <a:prstGeom prst="ellipse">
            <a:avLst/>
          </a:prstGeom>
          <a:solidFill>
            <a:srgbClr val="06AED5"/>
          </a:solidFill>
          <a:ln/>
        </p:spPr>
      </p:sp>
      <p:sp>
        <p:nvSpPr>
          <p:cNvPr id="27" name="Text 25"/>
          <p:cNvSpPr/>
          <p:nvPr/>
        </p:nvSpPr>
        <p:spPr>
          <a:xfrm>
            <a:off x="4800600" y="3867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257800" y="37764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 a JS file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257800" y="4096512"/>
            <a:ext cx="3291840" cy="3200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0" name="Text 28"/>
          <p:cNvSpPr/>
          <p:nvPr/>
        </p:nvSpPr>
        <p:spPr>
          <a:xfrm>
            <a:off x="5349240" y="409651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server.js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11 · Node.js + Express · Phase 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06AED5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A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+ MODULE.EXPORTS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Modules — Splitting Code Across Files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splits code into modules. Each file is its own little world. You export, others require.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6A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FROM ONE FILE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4023360" cy="246888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221992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221992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0" name="Shape 8"/>
          <p:cNvSpPr/>
          <p:nvPr/>
        </p:nvSpPr>
        <p:spPr>
          <a:xfrm>
            <a:off x="896112" y="2221992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51460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math.js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(a, b)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 + b;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exports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{ add };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3440" y="17830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IN ANOTHER FILE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2103120"/>
            <a:ext cx="4023360" cy="246888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4" name="Shape 12"/>
          <p:cNvSpPr/>
          <p:nvPr/>
        </p:nvSpPr>
        <p:spPr>
          <a:xfrm>
            <a:off x="4773168" y="2221992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5" name="Shape 13"/>
          <p:cNvSpPr/>
          <p:nvPr/>
        </p:nvSpPr>
        <p:spPr>
          <a:xfrm>
            <a:off x="4937760" y="2221992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6" name="Shape 14"/>
          <p:cNvSpPr/>
          <p:nvPr/>
        </p:nvSpPr>
        <p:spPr>
          <a:xfrm>
            <a:off x="5102352" y="2221992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51460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app.js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add } = </a:t>
            </a:r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"./math"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Run with: node app.js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11 · Node.js + Express · Phase 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457200"/>
            <a:ext cx="4754880" cy="4754880"/>
          </a:xfrm>
          <a:prstGeom prst="ellipse">
            <a:avLst/>
          </a:prstGeom>
          <a:solidFill>
            <a:srgbClr val="151B47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0" y="1188720"/>
            <a:ext cx="2377440" cy="2377440"/>
          </a:xfrm>
          <a:prstGeom prst="ellipse">
            <a:avLst/>
          </a:prstGeom>
          <a:solidFill>
            <a:srgbClr val="8338EC"/>
          </a:solidFill>
          <a:ln/>
        </p:spPr>
      </p:sp>
      <p:sp>
        <p:nvSpPr>
          <p:cNvPr id="4" name="Text 2"/>
          <p:cNvSpPr/>
          <p:nvPr/>
        </p:nvSpPr>
        <p:spPr>
          <a:xfrm>
            <a:off x="6492240" y="118872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64592" cy="164592"/>
          </a:xfrm>
          <a:prstGeom prst="ellipse">
            <a:avLst/>
          </a:prstGeom>
          <a:solidFill>
            <a:srgbClr val="8338EC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8412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33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Express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popular Node web framework. Handles HTTP, routing, JSON, middleware — everything you'd otherwise build by hand. Tiny, fast, no opinions.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8338EC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33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ZERO TO RUNNING API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Hello Server — 5 Lines of Express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33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EXPRESS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4023360" cy="41148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73736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express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33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SERVER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4023360" cy="41148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69748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server.js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337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33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 BROWSER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402336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365760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CD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http://localhost:3000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1605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Hello from server!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63440" y="1417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33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server.js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1737360"/>
            <a:ext cx="4023360" cy="269748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7" name="Shape 15"/>
          <p:cNvSpPr/>
          <p:nvPr/>
        </p:nvSpPr>
        <p:spPr>
          <a:xfrm>
            <a:off x="4773168" y="1856232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8" name="Shape 16"/>
          <p:cNvSpPr/>
          <p:nvPr/>
        </p:nvSpPr>
        <p:spPr>
          <a:xfrm>
            <a:off x="4937760" y="1856232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9" name="Shape 17"/>
          <p:cNvSpPr/>
          <p:nvPr/>
        </p:nvSpPr>
        <p:spPr>
          <a:xfrm>
            <a:off x="5102352" y="1856232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2148840"/>
            <a:ext cx="3566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express = </a:t>
            </a:r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"express"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app = </a:t>
            </a:r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express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"/"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(req, res) =&gt;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res.</a:t>
            </a:r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 from server!"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listen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3000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11 · Node.js + Express · Phase 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8338EC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33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· PATH · CALLBACK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Routes — Match URL to Handler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route is: method + path + function. The function gets request and response.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8229600" cy="128016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901952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901952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9" name="Shape 7"/>
          <p:cNvSpPr/>
          <p:nvPr/>
        </p:nvSpPr>
        <p:spPr>
          <a:xfrm>
            <a:off x="896112" y="1901952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1945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b="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"/todos"</a:t>
            </a:r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(</a:t>
            </a:r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</a:t>
            </a:r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</a:t>
            </a:r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=&gt;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</a:t>
            </a:r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(todos);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246120"/>
            <a:ext cx="40233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246120"/>
            <a:ext cx="73152" cy="64008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291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.get / .post / .put / .delete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566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HTTP method to listen for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3246120"/>
            <a:ext cx="40233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3246120"/>
            <a:ext cx="73152" cy="640080"/>
          </a:xfrm>
          <a:prstGeom prst="rect">
            <a:avLst/>
          </a:prstGeom>
          <a:solidFill>
            <a:srgbClr val="06AED5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3291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AE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"/todos"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3566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URL path to match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959352"/>
            <a:ext cx="40233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959352"/>
            <a:ext cx="73152" cy="64008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0050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42793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ABOUT the request — params, body, headers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3959352"/>
            <a:ext cx="40233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3959352"/>
            <a:ext cx="73152" cy="640080"/>
          </a:xfrm>
          <a:prstGeom prst="rect">
            <a:avLst/>
          </a:prstGeom>
          <a:solidFill>
            <a:srgbClr val="8338EC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40050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338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42793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reply — json(), send(), status()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11 · Node.js + Express · Phase 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8338EC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33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 · QUERY · BODY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Reading Data From Requests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2651760" cy="7315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00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URL Params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DEFINITION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40080" y="2240280"/>
            <a:ext cx="2331720" cy="3200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2402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/todos/:id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6974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IT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40080" y="2926080"/>
            <a:ext cx="2331720" cy="3200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9260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req.params.id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33832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REQUEST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40080" y="36576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/todos/42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46120" y="141732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46120" y="1417320"/>
            <a:ext cx="2651760" cy="73152"/>
          </a:xfrm>
          <a:prstGeom prst="rect">
            <a:avLst/>
          </a:prstGeom>
          <a:solidFill>
            <a:srgbClr val="06AED5"/>
          </a:solidFill>
          <a:ln/>
        </p:spPr>
      </p:sp>
      <p:sp>
        <p:nvSpPr>
          <p:cNvPr id="18" name="Text 16"/>
          <p:cNvSpPr/>
          <p:nvPr/>
        </p:nvSpPr>
        <p:spPr>
          <a:xfrm>
            <a:off x="3429000" y="1600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Query String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429000" y="20116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6A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DEFINITION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429000" y="2240280"/>
            <a:ext cx="2331720" cy="3200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21" name="Text 19"/>
          <p:cNvSpPr/>
          <p:nvPr/>
        </p:nvSpPr>
        <p:spPr>
          <a:xfrm>
            <a:off x="3520440" y="22402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/todos?done=true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29000" y="26974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6A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IT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429000" y="2926080"/>
            <a:ext cx="2331720" cy="3200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24" name="Text 22"/>
          <p:cNvSpPr/>
          <p:nvPr/>
        </p:nvSpPr>
        <p:spPr>
          <a:xfrm>
            <a:off x="3520440" y="29260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req.query.done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29000" y="33832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6A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REQUEST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429000" y="36576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/todos?done=true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035040" y="141732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35040" y="1417320"/>
            <a:ext cx="2651760" cy="73152"/>
          </a:xfrm>
          <a:prstGeom prst="rect">
            <a:avLst/>
          </a:prstGeom>
          <a:solidFill>
            <a:srgbClr val="8338EC"/>
          </a:solidFill>
          <a:ln/>
        </p:spPr>
      </p:sp>
      <p:sp>
        <p:nvSpPr>
          <p:cNvPr id="29" name="Text 27"/>
          <p:cNvSpPr/>
          <p:nvPr/>
        </p:nvSpPr>
        <p:spPr>
          <a:xfrm>
            <a:off x="6217920" y="1600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Body (JSON)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6217920" y="20116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33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DEFINITION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217920" y="2240280"/>
            <a:ext cx="2331720" cy="3200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2" name="Text 30"/>
          <p:cNvSpPr/>
          <p:nvPr/>
        </p:nvSpPr>
        <p:spPr>
          <a:xfrm>
            <a:off x="6309360" y="22402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+ JSON payload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17920" y="26974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33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IT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217920" y="2926080"/>
            <a:ext cx="2331720" cy="3200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5" name="Text 33"/>
          <p:cNvSpPr/>
          <p:nvPr/>
        </p:nvSpPr>
        <p:spPr>
          <a:xfrm>
            <a:off x="6309360" y="29260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req.body.title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17920" y="33832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33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REQUEST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217920" y="36576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/todos { title: "…" }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" y="457200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Heads up: </a:t>
            </a:r>
            <a:pPr indent="0" marL="0">
              <a:buNone/>
            </a:pPr>
            <a:r>
              <a:rPr lang="en-US" sz="10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req.body is empty by default. You need </a:t>
            </a:r>
            <a:pPr indent="0" marL="0">
              <a:buNone/>
            </a:pPr>
            <a:r>
              <a:rPr lang="en-US" sz="1000" b="1" i="1" dirty="0">
                <a:solidFill>
                  <a:srgbClr val="8338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app.use(express.json())</a:t>
            </a:r>
            <a:pPr indent="0" marL="0">
              <a:buNone/>
            </a:pPr>
            <a:r>
              <a:rPr lang="en-US" sz="10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first.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11 · Node.js + Express · Phase 4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8338EC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33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→ MIDDLEWARE → ROUTE → RESPONSE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Middleware — Code That Runs Between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554480" cy="548640"/>
          </a:xfrm>
          <a:prstGeom prst="roundRect">
            <a:avLst>
              <a:gd name="adj" fmla="val 10000"/>
            </a:avLst>
          </a:prstGeom>
          <a:solidFill>
            <a:srgbClr val="F4A26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630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REQUEST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11680" y="1463040"/>
            <a:ext cx="137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148840" y="1463040"/>
            <a:ext cx="1554480" cy="548640"/>
          </a:xfrm>
          <a:prstGeom prst="roundRect">
            <a:avLst>
              <a:gd name="adj" fmla="val 10000"/>
            </a:avLst>
          </a:prstGeom>
          <a:solidFill>
            <a:srgbClr val="06AED5"/>
          </a:solidFill>
          <a:ln/>
        </p:spPr>
      </p:sp>
      <p:sp>
        <p:nvSpPr>
          <p:cNvPr id="9" name="Text 7"/>
          <p:cNvSpPr/>
          <p:nvPr/>
        </p:nvSpPr>
        <p:spPr>
          <a:xfrm>
            <a:off x="2148840" y="14630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express.json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703320" y="1463040"/>
            <a:ext cx="137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840480" y="1463040"/>
            <a:ext cx="1554480" cy="548640"/>
          </a:xfrm>
          <a:prstGeom prst="roundRect">
            <a:avLst>
              <a:gd name="adj" fmla="val 10000"/>
            </a:avLst>
          </a:prstGeom>
          <a:solidFill>
            <a:srgbClr val="2A9D8F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0" y="14630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Logger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94960" y="1463040"/>
            <a:ext cx="137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532120" y="1463040"/>
            <a:ext cx="1554480" cy="548640"/>
          </a:xfrm>
          <a:prstGeom prst="roundRect">
            <a:avLst>
              <a:gd name="adj" fmla="val 10000"/>
            </a:avLst>
          </a:prstGeom>
          <a:solidFill>
            <a:srgbClr val="8338EC"/>
          </a:solidFill>
          <a:ln/>
        </p:spPr>
      </p:sp>
      <p:sp>
        <p:nvSpPr>
          <p:cNvPr id="15" name="Text 13"/>
          <p:cNvSpPr/>
          <p:nvPr/>
        </p:nvSpPr>
        <p:spPr>
          <a:xfrm>
            <a:off x="5532120" y="14630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086600" y="1463040"/>
            <a:ext cx="137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223760" y="1463040"/>
            <a:ext cx="1554480" cy="548640"/>
          </a:xfrm>
          <a:prstGeom prst="roundRect">
            <a:avLst>
              <a:gd name="adj" fmla="val 10000"/>
            </a:avLst>
          </a:prstGeom>
          <a:solidFill>
            <a:srgbClr val="F4A261"/>
          </a:solidFill>
          <a:ln/>
        </p:spPr>
      </p:sp>
      <p:sp>
        <p:nvSpPr>
          <p:cNvPr id="18" name="Text 16"/>
          <p:cNvSpPr/>
          <p:nvPr/>
        </p:nvSpPr>
        <p:spPr>
          <a:xfrm>
            <a:off x="7223760" y="14630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33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MIDDLEWARE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606040"/>
            <a:ext cx="8229600" cy="201168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21" name="Shape 19"/>
          <p:cNvSpPr/>
          <p:nvPr/>
        </p:nvSpPr>
        <p:spPr>
          <a:xfrm>
            <a:off x="566928" y="2724912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2" name="Shape 20"/>
          <p:cNvSpPr/>
          <p:nvPr/>
        </p:nvSpPr>
        <p:spPr>
          <a:xfrm>
            <a:off x="731520" y="2724912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3" name="Shape 21"/>
          <p:cNvSpPr/>
          <p:nvPr/>
        </p:nvSpPr>
        <p:spPr>
          <a:xfrm>
            <a:off x="896112" y="2724912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301752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 Built-in: parse JSON request bodies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express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2. Custom: log every request that comes 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((req, res, next) =&gt;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(req.method, req.url);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   </a:t>
            </a:r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pass to the next middleware!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11 · Node.js + Express · Phase 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8338EC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33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THE BROWSER WILL BLOCK YOU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CORS — Letting React Talk to Express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0233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4023360" cy="7315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554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Different origins = blocked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233172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runs on localhost:5173. Express runs on localhost:3000. The browser sees them as DIFFERENT websites and blocks the fetch by default.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3657600"/>
            <a:ext cx="3749040" cy="777240"/>
          </a:xfrm>
          <a:prstGeom prst="rect">
            <a:avLst/>
          </a:prstGeom>
          <a:solidFill>
            <a:srgbClr val="151B47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70332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Access to fetch at 'http://localhost:3000' from origin 'http://localhost:5173' has been blocked by CORS policy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1417320"/>
            <a:ext cx="40233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417320"/>
            <a:ext cx="4023360" cy="7315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1554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— 2 LINES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92040" y="18745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Install + use cors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800600" y="2423160"/>
            <a:ext cx="3749040" cy="36576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24231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cors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2926080"/>
            <a:ext cx="3749040" cy="155448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9" name="Shape 17"/>
          <p:cNvSpPr/>
          <p:nvPr/>
        </p:nvSpPr>
        <p:spPr>
          <a:xfrm>
            <a:off x="4910328" y="3044952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0" name="Shape 18"/>
          <p:cNvSpPr/>
          <p:nvPr/>
        </p:nvSpPr>
        <p:spPr>
          <a:xfrm>
            <a:off x="5074920" y="3044952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1" name="Shape 19"/>
          <p:cNvSpPr/>
          <p:nvPr/>
        </p:nvSpPr>
        <p:spPr>
          <a:xfrm>
            <a:off x="5239512" y="3044952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0" y="333756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cors = </a:t>
            </a:r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"cors"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cors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   </a:t>
            </a:r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fixed 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11 · Node.js + Express · Phase 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457200"/>
            <a:ext cx="4754880" cy="4754880"/>
          </a:xfrm>
          <a:prstGeom prst="ellipse">
            <a:avLst/>
          </a:prstGeom>
          <a:solidFill>
            <a:srgbClr val="151B47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0" y="1188720"/>
            <a:ext cx="2377440" cy="237744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4" name="Text 2"/>
          <p:cNvSpPr/>
          <p:nvPr/>
        </p:nvSpPr>
        <p:spPr>
          <a:xfrm>
            <a:off x="6492240" y="118872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64592" cy="16459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8412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a Todo API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ship. We'll build a complete REST API for todos — 5 endpoints, in-memory storage, ready to power your React frontend. ~30 lines of code.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API WITH FULL CRUD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Brief — 5 REST Endpoints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REST shape. Same pattern works for any resource — users, posts, products.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892808"/>
            <a:ext cx="914400" cy="320040"/>
          </a:xfrm>
          <a:prstGeom prst="roundRect">
            <a:avLst>
              <a:gd name="adj" fmla="val 14286"/>
            </a:avLst>
          </a:prstGeom>
          <a:solidFill>
            <a:srgbClr val="2A9D8F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89280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91640" y="18928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/todos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0" y="189280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todos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" y="2441448"/>
            <a:ext cx="914400" cy="320040"/>
          </a:xfrm>
          <a:prstGeom prst="roundRect">
            <a:avLst>
              <a:gd name="adj" fmla="val 14286"/>
            </a:avLst>
          </a:prstGeom>
          <a:solidFill>
            <a:srgbClr val="2A9D8F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44144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91640" y="24414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/todos/:id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0" y="244144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one todo by ID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" y="2990088"/>
            <a:ext cx="914400" cy="320040"/>
          </a:xfrm>
          <a:prstGeom prst="roundRect">
            <a:avLst>
              <a:gd name="adj" fmla="val 14286"/>
            </a:avLst>
          </a:prstGeom>
          <a:solidFill>
            <a:srgbClr val="06AED5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299008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691640" y="29900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/todos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0" y="299008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todo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94360" y="3538728"/>
            <a:ext cx="914400" cy="320040"/>
          </a:xfrm>
          <a:prstGeom prst="roundRect">
            <a:avLst>
              <a:gd name="adj" fmla="val 14286"/>
            </a:avLst>
          </a:prstGeom>
          <a:solidFill>
            <a:srgbClr val="F4A261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353872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691640" y="35387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/todos/:id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0" y="353872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existing todo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94360" y="4087368"/>
            <a:ext cx="914400" cy="320040"/>
          </a:xfrm>
          <a:prstGeom prst="roundRect">
            <a:avLst>
              <a:gd name="adj" fmla="val 14286"/>
            </a:avLst>
          </a:prstGeom>
          <a:solidFill>
            <a:srgbClr val="E63946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" y="408736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691640" y="40873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/todos/:id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0" y="408736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 todo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11 · Node.js + Express · Phase 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23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OF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server.js — Setup + GET Endpoints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32004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536192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536192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896112" y="1536192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828800"/>
            <a:ext cx="7772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express = </a:t>
            </a:r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"express"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cors = </a:t>
            </a:r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"cors"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app = </a:t>
            </a:r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express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cors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                    </a:t>
            </a:r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allow React to call us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express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            </a:t>
            </a:r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parse JSON bodies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todos = [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id: 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title: </a:t>
            </a:r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"Learn Node"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done: </a:t>
            </a:r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}];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nextId = 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GET /todos — list all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"/todos"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(req, res) =&gt; res.</a:t>
            </a:r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(todos));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GET /todos/:id — one item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"/todos/:id"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(req, res) =&gt;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todo = todos.</a:t>
            </a:r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 =&gt; t.id === +req.params.id);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(!todo) </a:t>
            </a:r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res.</a:t>
            </a:r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404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</a:t>
            </a:r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 error: </a:t>
            </a:r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"Not found"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res.</a:t>
            </a:r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(todo);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11 · Node.js + Express · Phase 4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23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OF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server.js — POST · PUT · DELETE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32004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536192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536192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896112" y="1536192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828800"/>
            <a:ext cx="7772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POST /todos — create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"/todos"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(req, res) =&gt;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todo = { id: nextId++, title: req.body.title, done: </a:t>
            </a:r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todos.</a:t>
            </a:r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(todo);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res.</a:t>
            </a:r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</a:t>
            </a:r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(todo);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PUT /todos/:id — update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"/todos/:id"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(req, res) =&gt;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todo = todos.</a:t>
            </a:r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 =&gt; t.id === +req.params.id);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(!todo) </a:t>
            </a:r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res.</a:t>
            </a:r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sendStatus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404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assign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(todo, req.body);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res.</a:t>
            </a:r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(todo);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DELETE /todos/:id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"/todos/:id"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(req, res) =&gt;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todos = todos.</a:t>
            </a:r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 =&gt; t.id !== +req.params.id);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res.</a:t>
            </a:r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sendStatus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204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Don't forget: app.listen(3000) at the bottom!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11 · Node.js + Express · Phase 4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23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WAYS TO HIT YOUR API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Testing — Curl, Browser, Postman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server, then test each endpoint. Browser handles GET only — use curl or Postman for the rest.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822960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938528"/>
            <a:ext cx="868680" cy="384048"/>
          </a:xfrm>
          <a:prstGeom prst="roundRect">
            <a:avLst>
              <a:gd name="adj" fmla="val 9524"/>
            </a:avLst>
          </a:prstGeom>
          <a:solidFill>
            <a:srgbClr val="2A9D8F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93852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600200" y="190195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List all todos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600200" y="2130552"/>
            <a:ext cx="6949440" cy="27432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1" name="Text 9"/>
          <p:cNvSpPr/>
          <p:nvPr/>
        </p:nvSpPr>
        <p:spPr>
          <a:xfrm>
            <a:off x="1691640" y="2130552"/>
            <a:ext cx="6812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http://localhost:3000/todos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" y="2542032"/>
            <a:ext cx="822960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4360" y="2651760"/>
            <a:ext cx="868680" cy="384048"/>
          </a:xfrm>
          <a:prstGeom prst="roundRect">
            <a:avLst>
              <a:gd name="adj" fmla="val 9524"/>
            </a:avLst>
          </a:prstGeom>
          <a:solidFill>
            <a:srgbClr val="2A9D8F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65176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600200" y="261518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 in browser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600200" y="2843784"/>
            <a:ext cx="6949440" cy="27432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7" name="Text 15"/>
          <p:cNvSpPr/>
          <p:nvPr/>
        </p:nvSpPr>
        <p:spPr>
          <a:xfrm>
            <a:off x="1691640" y="2843784"/>
            <a:ext cx="6812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http://localhost:3000/todos/1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" y="3255264"/>
            <a:ext cx="822960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4360" y="3364992"/>
            <a:ext cx="868680" cy="384048"/>
          </a:xfrm>
          <a:prstGeom prst="roundRect">
            <a:avLst>
              <a:gd name="adj" fmla="val 9524"/>
            </a:avLst>
          </a:prstGeom>
          <a:solidFill>
            <a:srgbClr val="06AED5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336499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600200" y="332841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 a todo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600200" y="3557016"/>
            <a:ext cx="6949440" cy="27432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23" name="Text 21"/>
          <p:cNvSpPr/>
          <p:nvPr/>
        </p:nvSpPr>
        <p:spPr>
          <a:xfrm>
            <a:off x="1691640" y="3557016"/>
            <a:ext cx="6812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-X POST -H "Content-Type: application/json" \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-d '{"title":"Buy milk"}' http://localhost:3000/todos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" y="3968496"/>
            <a:ext cx="822960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4360" y="4078224"/>
            <a:ext cx="868680" cy="384048"/>
          </a:xfrm>
          <a:prstGeom prst="roundRect">
            <a:avLst>
              <a:gd name="adj" fmla="val 9524"/>
            </a:avLst>
          </a:prstGeom>
          <a:solidFill>
            <a:srgbClr val="E63946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4078224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600200" y="404164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Remove a todo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1600200" y="4270248"/>
            <a:ext cx="6949440" cy="27432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29" name="Text 27"/>
          <p:cNvSpPr/>
          <p:nvPr/>
        </p:nvSpPr>
        <p:spPr>
          <a:xfrm>
            <a:off x="1691640" y="4270248"/>
            <a:ext cx="6812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-X DELETE http://localhost:3000/todos/1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11 · Node.js + Express · Phase 4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23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 YOU'LL HIT TODAY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Day-11 Gotchas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0233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45920"/>
            <a:ext cx="411480" cy="41148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1600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req.body is empty?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19659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 app.use(express.json()). Add it BEFORE your routes.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1463040"/>
            <a:ext cx="40233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645920"/>
            <a:ext cx="411480" cy="41148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?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94960" y="1600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CORS error in React?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94960" y="19659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+ use the cors package. Restart the server after.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971800"/>
            <a:ext cx="40233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154680"/>
            <a:ext cx="411480" cy="41148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?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8720" y="3108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 already in use?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88720" y="34747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process owns :3000. Kill it or use 3001. Use nodemon to auto-restart.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2971800"/>
            <a:ext cx="40233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3154680"/>
            <a:ext cx="411480" cy="41148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?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94960" y="3108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Changes don't show?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94960" y="34747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doesn't auto-reload. Install nodemon, then run: nodemon server.js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11 · Node.js + Express · Phase 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23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OPEN WHILE CODING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Express Cheat Sheet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0233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73152" cy="1417320"/>
          </a:xfrm>
          <a:prstGeom prst="rect">
            <a:avLst/>
          </a:prstGeom>
          <a:solidFill>
            <a:srgbClr val="06AED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A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BOILERPLATE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3703320" cy="9144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92024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express = require("express");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app = express();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app.use(express.json());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app.listen(3000);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1463040"/>
            <a:ext cx="40233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463040"/>
            <a:ext cx="73152" cy="1417320"/>
          </a:xfrm>
          <a:prstGeom prst="rect">
            <a:avLst/>
          </a:prstGeom>
          <a:solidFill>
            <a:srgbClr val="8338EC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33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1874520"/>
            <a:ext cx="3703320" cy="9144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92024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app.get("/x", (req, res) =&gt;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res.json({ ok: true });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.post .put .delete same shape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40233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017520"/>
            <a:ext cx="73152" cy="14173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108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DATA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429000"/>
            <a:ext cx="3703320" cy="9144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47472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req.params.id   // /todos/:id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req.query.done  // ?done=true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req.body.title  // POST/PUT body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JSON needs express.json()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3017520"/>
            <a:ext cx="40233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3017520"/>
            <a:ext cx="73152" cy="14173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3108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3429000"/>
            <a:ext cx="3703320" cy="9144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347472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res.json(data)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res.status(404).json({ err })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res.sendStatus(204)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res.send("text")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11 · Node.js + Express · Phase 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23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HALFWAY THROUGH BACKEND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4 — Day 11 Done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828800" cy="18288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630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P4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/ 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DATA NOT SAVED YET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0" y="14630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NOW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0" y="1874520"/>
            <a:ext cx="274320" cy="2743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15468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JavaScript with Node.js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743200" y="2331720"/>
            <a:ext cx="274320" cy="2743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0" y="2331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154680" y="2286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an Express server in minutes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743200" y="2788920"/>
            <a:ext cx="274320" cy="2743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0" y="2788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154680" y="2743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routes for GET, POST, PUT, DELETE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743200" y="3246120"/>
            <a:ext cx="274320" cy="2743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0" y="3246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154680" y="3200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URL params, query strings, JSON bodies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743200" y="3703320"/>
            <a:ext cx="274320" cy="2743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154680" y="3657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middleware: express.json + cors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2743200" y="4160520"/>
            <a:ext cx="274320" cy="2743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0" y="4160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154680" y="4114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endpoints with curl and Postman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11 · Node.js + Express · Phase 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23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2286000"/>
            <a:ext cx="4572000" cy="4572000"/>
          </a:xfrm>
          <a:prstGeom prst="ellipse">
            <a:avLst/>
          </a:prstGeom>
          <a:solidFill>
            <a:srgbClr val="151B47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2A9D8F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182880" cy="182880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38404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UP · DAY 11 COMPLETE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 days down. 4 to go.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3931920" cy="2377440"/>
          </a:xfrm>
          <a:prstGeom prst="rect">
            <a:avLst/>
          </a:prstGeom>
          <a:solidFill>
            <a:srgbClr val="151B47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828800"/>
            <a:ext cx="73152" cy="23774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965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2286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Wire React to your API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85800" y="2788920"/>
            <a:ext cx="3566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React Todo app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your own API at :3000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List, add, delete todos live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i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Notice: data resets on server restart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54880" y="1828800"/>
            <a:ext cx="3931920" cy="2377440"/>
          </a:xfrm>
          <a:prstGeom prst="rect">
            <a:avLst/>
          </a:prstGeom>
          <a:solidFill>
            <a:srgbClr val="151B47"/>
          </a:solidFill>
          <a:ln/>
        </p:spPr>
      </p:sp>
      <p:sp>
        <p:nvSpPr>
          <p:cNvPr id="13" name="Shape 11"/>
          <p:cNvSpPr/>
          <p:nvPr/>
        </p:nvSpPr>
        <p:spPr>
          <a:xfrm>
            <a:off x="4754880" y="1828800"/>
            <a:ext cx="73152" cy="237744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4" name="Text 12"/>
          <p:cNvSpPr/>
          <p:nvPr/>
        </p:nvSpPr>
        <p:spPr>
          <a:xfrm>
            <a:off x="4983480" y="1965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— DAY 12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83480" y="2286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MongoDB — Real Persistence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83480" y="2788920"/>
            <a:ext cx="3566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free tier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 schemas + models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in-memory array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survives restarts ✓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now full-stack. Both halves under your control.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11 — Node.js + Express</dc:title>
  <dc:subject>PptxGenJS Presentation</dc:subject>
  <dc:creator>Incrix Techlutions</dc:creator>
  <cp:lastModifiedBy>Incrix Techlutions</cp:lastModifiedBy>
  <cp:revision>1</cp:revision>
  <dcterms:created xsi:type="dcterms:W3CDTF">2026-06-06T10:53:58Z</dcterms:created>
  <dcterms:modified xsi:type="dcterms:W3CDTF">2026-06-06T10:53:58Z</dcterms:modified>
</cp:coreProperties>
</file>