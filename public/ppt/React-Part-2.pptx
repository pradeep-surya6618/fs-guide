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926080"/>
            <a:ext cx="2286000" cy="2286000"/>
          </a:xfrm>
          <a:prstGeom prst="ellipse">
            <a:avLst/>
          </a:prstGeom>
          <a:solidFill>
            <a:srgbClr val="06AED5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182880" cy="182880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840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FINAL DAY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371600" cy="1371600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D10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011680" y="12801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Routing + API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011680" y="1965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React apps with live data. The weather app, made real.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11680" y="2377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· useEffect · fetch · loading + error states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AED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hrs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time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3657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AED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468880" y="4206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built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0560" y="3657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AED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480560" y="4206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3657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AED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 of P3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92240" y="4206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OWN BY 2 PM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Mission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91640"/>
            <a:ext cx="548640" cy="548640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up React Router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2057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Install, wrap App, define Routes for each page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691640"/>
            <a:ext cx="548640" cy="548640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7784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Navigate between pages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577840" y="2057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Link, useParams, useNavigate — no full reloads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3200400"/>
            <a:ext cx="548640" cy="548640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Fetch data inside components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3566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 + fetch with proper loading and error states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9718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3200400"/>
            <a:ext cx="548640" cy="548640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7784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 a multi-page app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577840" y="3566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City detail with real weather data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· Router + API Integration · Phase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These 2 Hours Will 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0:30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103120" y="1554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566160" y="1554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Router — Setup, Routes, Links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8338E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94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 – 0:55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03120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2194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useEffect + fetch in Components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34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0:55 – 1:50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03120" y="2834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2834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the Multi-Page Weather App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474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1:50 – 2:00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03120" y="3474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66160" y="3474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 Complete · Tomorrow: Backend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· Router + API Integration · Phase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457200"/>
            <a:ext cx="4754880" cy="475488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0" y="1188720"/>
            <a:ext cx="2377440" cy="23774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6492240" y="11887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841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Router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page, many views. The library that lets one React app feel like multiple pages — without ever reloading the browser.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IS ONE PAGE BY DEFAULT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 We Need Routing?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apps are SPAs — Single Page Apps. There's literally one HTML file. Routing fakes multiple pages.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023360" cy="2788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28800"/>
            <a:ext cx="4023360" cy="731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993392"/>
            <a:ext cx="1463040" cy="292608"/>
          </a:xfrm>
          <a:prstGeom prst="roundRect">
            <a:avLst>
              <a:gd name="adj" fmla="val 12500"/>
            </a:avLst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933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ROUTER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Toggle with state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useState("home") and switch which component renders. URL never changes. No back button. No bookmarks. No deep links.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for 2 screens. Painful past that.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828800"/>
            <a:ext cx="4023360" cy="2788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828800"/>
            <a:ext cx="4023360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5" name="Shape 13"/>
          <p:cNvSpPr/>
          <p:nvPr/>
        </p:nvSpPr>
        <p:spPr>
          <a:xfrm>
            <a:off x="4846320" y="199339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9933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ROUTER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URLs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27889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screen gets its own URL like /city/madurai. Back button works. Users bookmark. URL params pass data. Feels native.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from 3+ screens.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· Router + API Integration · Phase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STEPS · ONE TIME ONLY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 — Install + Wrap the App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 the library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3657600" cy="4114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2860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react-router-dom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package. No config. Modern v6+ API.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246120"/>
            <a:ext cx="3657600" cy="1234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3375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PACKAGE.JSON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36118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"react-router-dom": "^6.x" should appear under dependencies.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463040"/>
            <a:ext cx="40233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69164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4068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Wrap &lt;App /&gt; in main.jsx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00600" y="2286000"/>
            <a:ext cx="3749040" cy="2148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0" name="Shape 18"/>
          <p:cNvSpPr/>
          <p:nvPr/>
        </p:nvSpPr>
        <p:spPr>
          <a:xfrm>
            <a:off x="4910328" y="240487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1" name="Shape 19"/>
          <p:cNvSpPr/>
          <p:nvPr/>
        </p:nvSpPr>
        <p:spPr>
          <a:xfrm>
            <a:off x="5074920" y="240487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2" name="Shape 20"/>
          <p:cNvSpPr/>
          <p:nvPr/>
        </p:nvSpPr>
        <p:spPr>
          <a:xfrm>
            <a:off x="5239512" y="240487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2697480"/>
            <a:ext cx="3291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BrowserRouter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"react-router-dom"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createRoot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(...).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BrowserRouter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BrowserRouter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· Router + API Integration · Phase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· ROUTE · PATH · ELEMENT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Defining Routes — Path to Component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App.jsx, list every URL the app knows about. Each Route maps a path to a component.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8229600" cy="21031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0195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90195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896112" y="190195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9456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</a:t>
            </a:r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"react-router-dom"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"/"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={&lt;</a:t>
            </a:r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/&gt;} /&gt;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"/city/:name"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={&lt;</a:t>
            </a:r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/&gt;} /&gt;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"*"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={&lt;</a:t>
            </a:r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NotFound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/&gt;} /&gt;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977640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977640"/>
            <a:ext cx="73152" cy="7772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507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&lt;Routes&gt;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43251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all routes. Only one Route renders at a time.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46120" y="3977640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3977640"/>
            <a:ext cx="73152" cy="777240"/>
          </a:xfrm>
          <a:prstGeom prst="rect">
            <a:avLst/>
          </a:prstGeom>
          <a:solidFill>
            <a:srgbClr val="8338EC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40507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33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path="/city/:name"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29000" y="43251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:name is a dynamic param. Reads from the URL.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35040" y="3977640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977640"/>
            <a:ext cx="73152" cy="7772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40507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path="*"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17920" y="43251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Catch-all. Matches anything not above — your 404.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· Router + API Integration · Phase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LINK FOR INTERNAL NAV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Link, Not &lt;a&gt; — No Page Reloads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 &lt;a&gt;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023360" cy="11887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85623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85623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896112" y="185623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488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href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"/city/madurai"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See weather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a full page reload. Loses all state. Feels like an old website.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&lt;Link&gt;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737360"/>
            <a:ext cx="4023360" cy="11887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4" name="Shape 12"/>
          <p:cNvSpPr/>
          <p:nvPr/>
        </p:nvSpPr>
        <p:spPr>
          <a:xfrm>
            <a:off x="4773168" y="185623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5" name="Shape 13"/>
          <p:cNvSpPr/>
          <p:nvPr/>
        </p:nvSpPr>
        <p:spPr>
          <a:xfrm>
            <a:off x="4937760" y="185623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102352" y="185623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1488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"/city/madurai"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See weather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30175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intercepts the click, swaps components, updates the URL. Instant.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822960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703320"/>
            <a:ext cx="73152" cy="86868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794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FORGET TO IMPORT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4114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Link } from "react-router-dom";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· Router + API Integration · Phase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USEPARAMS · USENAVIGATE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URLs + Navigating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32004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URL PARAMS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useParams()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3317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an object of the dynamic URL params from the matched Route.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880360"/>
            <a:ext cx="3749040" cy="16459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1" name="Shape 9"/>
          <p:cNvSpPr/>
          <p:nvPr/>
        </p:nvSpPr>
        <p:spPr>
          <a:xfrm>
            <a:off x="704088" y="299923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299923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33272" y="299923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2918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URL: /city/madurai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Route: /city/:name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name } =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useParams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name === "madurai"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417320"/>
            <a:ext cx="40233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417320"/>
            <a:ext cx="73152" cy="3200400"/>
          </a:xfrm>
          <a:prstGeom prst="rect">
            <a:avLst/>
          </a:prstGeom>
          <a:solidFill>
            <a:srgbClr val="8338EC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FROM CODE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8745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useNavigate()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92040" y="23317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function. Call it to change the URL — useful after form submits or fetch.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880360"/>
            <a:ext cx="3749040" cy="16459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1" name="Shape 19"/>
          <p:cNvSpPr/>
          <p:nvPr/>
        </p:nvSpPr>
        <p:spPr>
          <a:xfrm>
            <a:off x="4910328" y="299923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2" name="Shape 20"/>
          <p:cNvSpPr/>
          <p:nvPr/>
        </p:nvSpPr>
        <p:spPr>
          <a:xfrm>
            <a:off x="5074920" y="299923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3" name="Shape 21"/>
          <p:cNvSpPr/>
          <p:nvPr/>
        </p:nvSpPr>
        <p:spPr>
          <a:xfrm>
            <a:off x="5239512" y="299923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32918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navigate =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useNavigate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handleSearch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(city)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`/city/${city}`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· Router + API Integration · Phase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457200"/>
            <a:ext cx="4754880" cy="475488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0" y="1188720"/>
            <a:ext cx="2377440" cy="2377440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4" name="Text 2"/>
          <p:cNvSpPr/>
          <p:nvPr/>
        </p:nvSpPr>
        <p:spPr>
          <a:xfrm>
            <a:off x="6492240" y="11887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841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Integration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Fetching data inside a React component. The pattern is always the same: useEffect runs, fetch returns, state updates, UI re-renders.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MEMORIZE THIS SHAPE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useEffect + fetch Pattern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200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361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361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5361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28800"/>
            <a:ext cx="7772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CityWeather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 city })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[data, setData] =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[loading, setLoading] =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[error, setError] =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 =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`/api/weather?q=${city}`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(!res.ok)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"Failed"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setData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res.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(e) {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setError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(e.message);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setLoading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 [city]);   </a:t>
            </a:r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← re-runs when city changes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· Router + API Integration · Phase 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DIFFERENT JSX FOR EACH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States, Three Renders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fetch produces one of three outcomes. Handle each with conditional rendering.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65176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83080"/>
            <a:ext cx="265176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659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⏳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in flight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3383280"/>
            <a:ext cx="2377440" cy="10515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4290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(loading) return &lt;p&gt;Loading...&lt;/p&gt;;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1783080"/>
            <a:ext cx="265176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783080"/>
            <a:ext cx="2651760" cy="731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19659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✕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246120" y="2651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2900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failed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0" y="3383280"/>
            <a:ext cx="2377440" cy="10515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34290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(error) return &lt;p&gt;Error: {error}&lt;/p&gt;;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35040" y="1783080"/>
            <a:ext cx="265176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1783080"/>
            <a:ext cx="2651760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0" y="19659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✓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035040" y="2651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1792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 the response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3383280"/>
            <a:ext cx="2377440" cy="10515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34290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&lt;Weather data={data} /&gt;;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· Router + API Integration · Phase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457200"/>
            <a:ext cx="4754880" cy="475488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0" y="1188720"/>
            <a:ext cx="2377440" cy="23774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92240" y="11887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841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the Multi-Page App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Hands-on. Take everything from today and ship a real multi-page weather app. Home + City detail + 404, all live.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BUILDING IN 50 MIN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Brief — Multi-Page Weather App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— /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023360" cy="2834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737360"/>
            <a:ext cx="4023360" cy="228600"/>
          </a:xfrm>
          <a:prstGeom prst="rect">
            <a:avLst/>
          </a:prstGeom>
          <a:solidFill>
            <a:srgbClr val="151B47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801368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1801368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877824" y="1801368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17556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weather.app/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2057400"/>
            <a:ext cx="3749040" cy="2423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1945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Weather Lookup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68680" y="2743200"/>
            <a:ext cx="237744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city...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2743200"/>
            <a:ext cx="960120" cy="320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274320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32461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68680" y="3520440"/>
            <a:ext cx="3383280" cy="2286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5204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Madurai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68680" y="3794760"/>
            <a:ext cx="3383280" cy="2286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37947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68680" y="4069080"/>
            <a:ext cx="3383280" cy="2286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40690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Coimbatore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63440" y="14630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— /city/:name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1737360"/>
            <a:ext cx="4023360" cy="2834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Shape 25"/>
          <p:cNvSpPr/>
          <p:nvPr/>
        </p:nvSpPr>
        <p:spPr>
          <a:xfrm>
            <a:off x="4663440" y="1737360"/>
            <a:ext cx="4023360" cy="228600"/>
          </a:xfrm>
          <a:prstGeom prst="rect">
            <a:avLst/>
          </a:prstGeom>
          <a:solidFill>
            <a:srgbClr val="151B47"/>
          </a:solidFill>
          <a:ln/>
        </p:spPr>
      </p:sp>
      <p:sp>
        <p:nvSpPr>
          <p:cNvPr id="28" name="Shape 26"/>
          <p:cNvSpPr/>
          <p:nvPr/>
        </p:nvSpPr>
        <p:spPr>
          <a:xfrm>
            <a:off x="4754880" y="1801368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9" name="Shape 27"/>
          <p:cNvSpPr/>
          <p:nvPr/>
        </p:nvSpPr>
        <p:spPr>
          <a:xfrm>
            <a:off x="4919472" y="1801368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30" name="Shape 28"/>
          <p:cNvSpPr/>
          <p:nvPr/>
        </p:nvSpPr>
        <p:spPr>
          <a:xfrm>
            <a:off x="5084064" y="1801368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31" name="Text 29"/>
          <p:cNvSpPr/>
          <p:nvPr/>
        </p:nvSpPr>
        <p:spPr>
          <a:xfrm>
            <a:off x="5349240" y="17556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weather.app/city/madurai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00600" y="2057400"/>
            <a:ext cx="3749040" cy="2423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Back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2514600"/>
            <a:ext cx="914400" cy="9144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5" name="Text 33"/>
          <p:cNvSpPr/>
          <p:nvPr/>
        </p:nvSpPr>
        <p:spPr>
          <a:xfrm>
            <a:off x="4800600" y="3520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Madurai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800600" y="3931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32°C · Sunny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00600" y="42062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from API ✓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44348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routes: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(Home) · /city/:name (City) · * (Not Found). </a:t>
            </a:r>
            <a:pPr indent="0" marL="0">
              <a:buNone/>
            </a:pPr>
            <a:r>
              <a:rPr lang="en-US" sz="105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fetch on the City page.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· Router + API Integration · Phase 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APP.JSX BECOMES THE 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 — Set Up the Routes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200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361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361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5361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28800"/>
            <a:ext cx="7772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App.jsx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"react-router-dom"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Home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"./pages/Home"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City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"./pages/City"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NotFound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"./pages/NotFound"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={&lt;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/&gt;}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"/city/:name"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={&lt;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/&gt;}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"*"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={&lt;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NotFound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/&gt;}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· Router + API Integration · Phase 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BOX + NAVIGATE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 — Build the Home Page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200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361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361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5361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28800"/>
            <a:ext cx="7772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pages/Home.jsx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"react"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useNavigate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"react-router-dom"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[city, setCity] =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navigate =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useNavigate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handleSubmit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(e)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e.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preventDefault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(city)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`/city/${city}`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</a:t>
            </a:r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jump to City page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onSubmit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={handleSubmit}&gt;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={city} </a:t>
            </a:r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onChange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={e =&gt;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setCity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(e.target.value)}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· Router + API Integration · Phase 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USEPARAMS + USEEFFECT + FETCH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 — Build the City Page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200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361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361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5361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28800"/>
            <a:ext cx="7772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pages/City.jsx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"react"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useParams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"react-router-dom"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name } =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useParams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     </a:t>
            </a:r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from /city/:name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[data, setData] =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[loading, setLoading] =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`https://api.../weather?q=${name}&amp;appid=KEY`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 =&gt; r.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 =&gt; {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setData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(d);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setLoading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 [name]);   </a:t>
            </a:r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re-runs when name changes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(loading)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Loading {name}...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{data.name}: {data.main.temp}°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· Router + API Integration · Phase 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APP · CLICK THROUGH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4 — Wire It Up + Test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EACH ROUTE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0233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74520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94560" y="1874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loads. Search input visible.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40233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423160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423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/city/madurai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2423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page fetches &amp; renders weather.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40233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971800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2971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/city/xyz123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94560" y="29718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path: city not found, error state shows.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40233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520440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3520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/anything-else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94560" y="3520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NotFound component renders (catch-all).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977640"/>
            <a:ext cx="40233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4069080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4069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 button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94560" y="4069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to previous page. No reload.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1417320"/>
            <a:ext cx="4023360" cy="3200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Shape 30"/>
          <p:cNvSpPr/>
          <p:nvPr/>
        </p:nvSpPr>
        <p:spPr>
          <a:xfrm>
            <a:off x="4663440" y="1417320"/>
            <a:ext cx="73152" cy="320040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TIPS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9204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wins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892040" y="233172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not matching? Check exact path spelling.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"/city/madurai" directly in URL bar to test.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React DevTools to inspect props + state.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Network tab — see the fetch live.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Stuck? Push code, share link in chat.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· Router + API Integration · Phase 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YOU'LL HIT TODAY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Day-10 Gotchas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45920"/>
            <a:ext cx="411480" cy="4114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useParams returns undefined?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88720" y="1965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path must use the same :name as your useParams destructure. Typos are the #1 cause.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645920"/>
            <a:ext cx="411480" cy="4114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9496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Infinite fetch loop?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94960" y="1965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dependency array on useEffect. Add [name] or [] so it doesn't run on every render.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154680"/>
            <a:ext cx="411480" cy="4114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 reloads on Link click?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88720" y="34747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imported from "react-router" not "react-router-dom". Or wrote &lt;a&gt; instead of &lt;Link&gt;.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9718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154680"/>
            <a:ext cx="411480" cy="4114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9496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 button doesn't work?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394960" y="34747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to wrap App with &lt;BrowserRouter&gt; in main.jsx. Check that first.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· Router + API Integration · Phase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OPEN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Router + API Cheat Sheet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14173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SETUP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703320" cy="914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2024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BrowserRouter,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Routes, Route, Link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"react-router-dom";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&lt;Route path="/x"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element={&lt;X /&gt;} /&gt;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463040"/>
            <a:ext cx="73152" cy="1417320"/>
          </a:xfrm>
          <a:prstGeom prst="rect">
            <a:avLst/>
          </a:prstGeom>
          <a:solidFill>
            <a:srgbClr val="06AED5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874520"/>
            <a:ext cx="3703320" cy="914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92024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 to="/city/x"&gt;go&lt;/Link&gt;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navigate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useNavigate();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navigate("/city/madurai");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17520"/>
            <a:ext cx="73152" cy="1417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PARAMS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429000"/>
            <a:ext cx="3703320" cy="914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4747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Route: /city/:name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URL: /city/madurai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name }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useParams();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"madurai"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017520"/>
            <a:ext cx="73152" cy="1417320"/>
          </a:xfrm>
          <a:prstGeom prst="rect">
            <a:avLst/>
          </a:prstGeom>
          <a:solidFill>
            <a:srgbClr val="8338EC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PATTERN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3429000"/>
            <a:ext cx="3703320" cy="914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34747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useEffect(()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fetch(url)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.then(r =&gt; r.json())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.then(setData);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[dep]);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· Router + API Integration · Phase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DO NOW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 — Complete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828800" cy="1828800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 · 6 HOURS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0" y="14630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1874520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5468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React with Vite in one command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0" y="2331720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54680" y="2286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components, props, JSX confidently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743200" y="2788920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54680" y="2743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+ update state with useState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743200" y="3246120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0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5468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side effects with useEffect (+ deps)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43200" y="3703320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15468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multi-page apps with React Router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743200" y="4160520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15468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live data and handle every state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· Router + API Integration · Phase 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 · PHASE 4 KICKOFF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Tomorrow — The Backend Begins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far, you've only built the frontend. Tomorrow you build the other half — the server.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0240"/>
            <a:ext cx="4023360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we need a backend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API keys. Store data. Run business logic.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92024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920240"/>
            <a:ext cx="4023360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 + Express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24688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server in ~30 lines of JS.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246120"/>
            <a:ext cx="4023360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REST endpoints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7947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GET, POST, PUT, DELETE. Test with your React app.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324612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246120"/>
            <a:ext cx="4023360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Hit YOUR API from React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46320" y="37947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frontend + backend together. Full stack.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· Router + API Integration · Phase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TO LEVEL 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Polish Tonight — Stretch Goals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13258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Recent searches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last 5 cities in localStorage. Show on Home as clickable Links.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463040"/>
            <a:ext cx="73152" cy="13258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Loading skeleton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9659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'Loading...' with a styled skeleton card. Better UX feel.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71800"/>
            <a:ext cx="73152" cy="1325880"/>
          </a:xfrm>
          <a:prstGeom prst="rect">
            <a:avLst/>
          </a:prstGeom>
          <a:solidFill>
            <a:srgbClr val="06AED5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Multiple cities at once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4747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route /compare?cities=madurai,chennai. Show side-by-side.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29718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971800"/>
            <a:ext cx="73152" cy="1325880"/>
          </a:xfrm>
          <a:prstGeom prst="rect">
            <a:avLst/>
          </a:prstGeom>
          <a:solidFill>
            <a:srgbClr val="8338EC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a navbar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34747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with Home Link and search box, always visible.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· Router + API Integration · Phase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6AED5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182880" cy="18288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840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 · PHASE 3 COMPLETE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days down. 5 to go.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931920" cy="2377440"/>
          </a:xfrm>
          <a:prstGeom prst="rect">
            <a:avLst/>
          </a:prstGeom>
          <a:solidFill>
            <a:srgbClr val="151B47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828800"/>
            <a:ext cx="73152" cy="2377440"/>
          </a:xfrm>
          <a:prstGeom prst="rect">
            <a:avLst/>
          </a:prstGeom>
          <a:solidFill>
            <a:srgbClr val="06AED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Finish + deploy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278892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multi-page app working end-to-end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1 stretch goal from slide 23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Netlify or Vercel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live URL in chat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1828800"/>
            <a:ext cx="3931920" cy="2377440"/>
          </a:xfrm>
          <a:prstGeom prst="rect">
            <a:avLst/>
          </a:prstGeom>
          <a:solidFill>
            <a:srgbClr val="151B47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1828800"/>
            <a:ext cx="73152" cy="23774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11 · PHASE 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 + Express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83480" y="278892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Node.js server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routes for GET / POST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basics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YOUR backend from React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now a real frontend developer. Time for the other half.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10 — React Router + API Integration</dc:title>
  <dc:subject>PptxGenJS Presentation</dc:subject>
  <dc:creator>Incrix Techlutions</dc:creator>
  <cp:lastModifiedBy>Incrix Techlutions</cp:lastModifiedBy>
  <cp:revision>1</cp:revision>
  <dcterms:created xsi:type="dcterms:W3CDTF">2026-05-30T05:18:48Z</dcterms:created>
  <dcterms:modified xsi:type="dcterms:W3CDTF">2026-05-30T05:18:48Z</dcterms:modified>
</cp:coreProperties>
</file>