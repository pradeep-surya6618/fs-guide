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JAVASCRIPT BEGINS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71600" cy="1371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Fundamentals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116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pages to interactive sites. The language that runs the web.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ES6 · DOM · Events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topics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8056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demos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2 PM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+ write 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conditions, loops, functions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modern syntax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functions, destructuring, spread, map/filter/reduce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Talk to the page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manipulate any element with the DOM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 to clicks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event listeners and make pages interactive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These 2 Hours Will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0:50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 Fundamentals: Variables, Types, Functions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338E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121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ES6 — Modern JavaScript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883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1:30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688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688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DOM — Talking to the Page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6AED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552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1:50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2552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2552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— Making It Interactive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221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8221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+ Homework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Fundamentals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operators, loops, functions. The grammar of every script you'll write. Master these and the rest is just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THE 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JavaScript?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108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programming language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runs in every browser, controls behavior, and now also runs servers (Node.js). It powers ~98% of modern web apps.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AND 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structure (the bones)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style (the skin)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— behavior (the muscles)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956048" y="158191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58191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5232" y="158191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8745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first 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name);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Hello, Anu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this in any browser: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"app.js"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· CONST · (VAR)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— Storing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Default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values that won't be reassigned. 90% of cases.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2377440" cy="1188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3364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364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" y="3364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 =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 =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"Madurai"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46304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169164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691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When needed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290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you'll change the value later.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246120"/>
            <a:ext cx="2377440" cy="1188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Shape 21"/>
          <p:cNvSpPr/>
          <p:nvPr/>
        </p:nvSpPr>
        <p:spPr>
          <a:xfrm>
            <a:off x="3493008" y="3364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3364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822192" y="3364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=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score +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46304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169164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691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Don't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1792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from old JS. Has weird scoping. Avoid in new code.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246120"/>
            <a:ext cx="2377440" cy="1188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81928" y="3364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3364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6" name="Shape 34"/>
          <p:cNvSpPr/>
          <p:nvPr/>
        </p:nvSpPr>
        <p:spPr>
          <a:xfrm>
            <a:off x="6611112" y="3364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old =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"avoid"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Pre-ES6. Don't use.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BUILT-IN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 — What Values Look Like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280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quotes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16916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67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73152" cy="128016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+ decimals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267712"/>
            <a:ext cx="16916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267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42, 3.14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46304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67712"/>
            <a:ext cx="16916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267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false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4630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463040"/>
            <a:ext cx="73152" cy="128016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2267712"/>
            <a:ext cx="16916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2267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926080"/>
            <a:ext cx="73152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063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383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730752"/>
            <a:ext cx="16916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name: 'Anu' }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292608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0" y="2926080"/>
            <a:ext cx="73152" cy="1280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0" y="3063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43200" y="3383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empty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0" y="3730752"/>
            <a:ext cx="16916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0" name="Text 38"/>
          <p:cNvSpPr/>
          <p:nvPr/>
        </p:nvSpPr>
        <p:spPr>
          <a:xfrm>
            <a:off x="2788920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92608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926080"/>
            <a:ext cx="73152" cy="1280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063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46320" y="3383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assigned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730752"/>
            <a:ext cx="169164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check a type? 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100" b="1" i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value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returns the type as a string.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IN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Operators + Conditionals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7373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 * 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7373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 !==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equality (use these)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7373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&lt;  &gt;=  &lt;=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7373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||  !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AND, OR, NOT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/ TERNARY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3840480" cy="2926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0" name="Shape 18"/>
          <p:cNvSpPr/>
          <p:nvPr/>
        </p:nvSpPr>
        <p:spPr>
          <a:xfrm>
            <a:off x="495604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28523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1488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=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"Adult"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"Minor"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thing as ternary: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= age &gt;=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"Adult"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"Minor"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· WHILE · FOREACH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 — Doing Things Many Times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the count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2377440" cy="2240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2450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450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" y="2450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43200"/>
            <a:ext cx="1920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0 1 2 3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condition holds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331720"/>
            <a:ext cx="2377440" cy="2240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3008" y="2450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2450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3822192" y="2450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743200"/>
            <a:ext cx="1920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 &gt;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n--;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item in an array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2331720"/>
            <a:ext cx="2377440" cy="2240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1928" y="2450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2450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1112" y="2450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743200"/>
            <a:ext cx="1920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names = [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"Ravi"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((n)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WRITE THE SAME THING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— Reusable Blocks of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237744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// 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var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286000"/>
            <a:ext cx="237744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300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382219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//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· short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2286000"/>
            <a:ext cx="237744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192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111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(a, b) =&gt; a + 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One-liner. No 'return'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curly braces needed.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//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IMPORTANT DATA STRUCTURES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+ Objects — Storing Many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10896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list, indexed by number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3749040" cy="2240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fruits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"cherry"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fruits[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// "apple"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fruits.length    //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463040"/>
            <a:ext cx="73152" cy="3108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pairs, accessed by name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286000"/>
            <a:ext cx="3749040" cy="2240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491032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492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3951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9748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"Madurai"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        // "Anu"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user[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// 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ES6 — Modern JavaScript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in 2015, ES6 changed everything: arrow functions, destructuring, spread, template literals, and the array methods you'll use in every React component.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· DESTRUCTURING · SPREAD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ES6 Superpowers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Literals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Backtick strings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variables in strings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2377440" cy="2148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25877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5877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" y="25877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803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Old way: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name +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ES6 way: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`Hi ${name}!`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Destructuring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values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props out of objects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468880"/>
            <a:ext cx="2377440" cy="2148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3493008" y="25877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25877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3822192" y="25877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8803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name, age } = user;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 = "Anu", age = 23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...syntax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or merge arrays/objects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468880"/>
            <a:ext cx="2377440" cy="2148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1" name="Shape 29"/>
          <p:cNvSpPr/>
          <p:nvPr/>
        </p:nvSpPr>
        <p:spPr>
          <a:xfrm>
            <a:off x="6281928" y="25877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25877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3" name="Shape 31"/>
          <p:cNvSpPr/>
          <p:nvPr/>
        </p:nvSpPr>
        <p:spPr>
          <a:xfrm>
            <a:off x="6611112" y="25877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8803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[...a,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 = [1, 2, 3, 4]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u2 = {...user, age: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Updated copy of user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 YOU'LL USE EVERY 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· Filter · Reduce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takes a function. Each returns something new. Each is non-destructive.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each item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array (same length)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2971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83080" y="2971800"/>
            <a:ext cx="256032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57400" y="2971800"/>
            <a:ext cx="256032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205740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31720" y="2971800"/>
            <a:ext cx="256032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33172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611880"/>
            <a:ext cx="237744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3].map(n =&gt; n * 2)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1783080"/>
            <a:ext cx="26517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2900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items that pass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array (shorter)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370332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7764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397764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5196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425196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2971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2971800"/>
            <a:ext cx="256032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2971800"/>
            <a:ext cx="256032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83280" y="3611880"/>
            <a:ext cx="237744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4].filter(n =&gt; n % 2 === 0)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1783080"/>
            <a:ext cx="26517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A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21792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into one value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result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2" name="Text 50"/>
          <p:cNvSpPr/>
          <p:nvPr/>
        </p:nvSpPr>
        <p:spPr>
          <a:xfrm>
            <a:off x="621792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9224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4" name="Text 52"/>
          <p:cNvSpPr/>
          <p:nvPr/>
        </p:nvSpPr>
        <p:spPr>
          <a:xfrm>
            <a:off x="649224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66560" y="2971800"/>
            <a:ext cx="256032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86600" y="2971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360920" y="2971800"/>
            <a:ext cx="256032" cy="27432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59" name="Text 57"/>
          <p:cNvSpPr/>
          <p:nvPr/>
        </p:nvSpPr>
        <p:spPr>
          <a:xfrm>
            <a:off x="7360920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72200" y="3611880"/>
            <a:ext cx="237744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1" name="Text 59"/>
          <p:cNvSpPr/>
          <p:nvPr/>
        </p:nvSpPr>
        <p:spPr>
          <a:xfrm>
            <a:off x="626364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3].reduce((sum, n) =&gt; sum + n, 0)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 Model. JavaScript's representation of your HTML page as a tree of objects. Select any element, read it, change it, remove it.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NODE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DOM — Your HTML as a Tree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HTML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40480" cy="2743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THIS TREE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78308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2103120"/>
            <a:ext cx="-114300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103120"/>
            <a:ext cx="114300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37744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237744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697480"/>
            <a:ext cx="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718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6AED5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2697480"/>
            <a:ext cx="-54864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2697480"/>
            <a:ext cx="54864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97180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06AED5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29718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6AED5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sees this tree as </a:t>
            </a:r>
            <a:pPr indent="0" marL="0">
              <a:buNone/>
            </a:pPr>
            <a:r>
              <a:rPr lang="en-US" sz="1100" b="1" i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element you can reach with JS lives inside it.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HANDLE ON ANY ELEMENT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Selecting Elements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match. CSS-like syntax. Most common.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600200"/>
            <a:ext cx="484632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document.querySelector(".btn")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73152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matches. Returns a NodeList.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2377440"/>
            <a:ext cx="484632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document.querySelectorAll("li")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73152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by ID only.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154680"/>
            <a:ext cx="484632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154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document.getElementById("hero")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94760"/>
            <a:ext cx="73152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getElementsByClassName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collection by class.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3931920"/>
            <a:ext cx="484632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document.getElementsByClassName("card")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CLASSES · STYLE · ATTRIBUTES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Changing What You Selected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93776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btn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".btn"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 visible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btn.textContent 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"Clicked!"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or remove CSS classes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"active"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"hidden"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toggle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Inline styles (use sparingly)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btn.style.backgroundColor 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"tomato"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Set/get attributes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setAttribute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"disabled"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text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.innerHTML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inside (careful!)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/ toggle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.style.*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.setAttribute()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attribute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page knows when something happens. Click, type, scroll, hover — every user action is an event you can listen for and respond to.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· EVENT · CALLBACK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an Event Listener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this element receives this event, RUN this function.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476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476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476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handleClick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20440"/>
            <a:ext cx="73152" cy="10972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you selected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5204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3520440"/>
            <a:ext cx="73152" cy="10972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type to listen for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5204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520440"/>
            <a:ext cx="73152" cy="109728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handleClick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that runs when it happens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CONCEPTS IN ONE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Counter — A Live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93776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"counter"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Clicked 0 times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btn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"#counter"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count++;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btn.textContent 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`Clicked ${count} times`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78308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clicked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16712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167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2167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 typed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551176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5511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551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935224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29352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935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changed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31927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319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mouseover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3319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enters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70332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70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keydown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3703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pressed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408736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0873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4087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scrolled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AVOID THESE TRAPS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+ Day-5 Gotchas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154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30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Click Counter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extend it: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Reset button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color at 10 clicks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last click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840480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40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button at 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206240"/>
            <a:ext cx="228600" cy="228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06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store count in localStorage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8745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querySelector returns null?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ran before HTML loaded. Put &lt;script&gt; at end of body, or use defer.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51460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== instead of ===?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770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=== . == has weird coercion: 0 == "" is true.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15468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200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fires twice?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410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was called twice. Move it outside the loop / parent function.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7947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3840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undefined?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don't have their own 'this'. Use a regular function if needed.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OPEN WHILE YOU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Cheat Sheet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"Anu"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 = [1, 2, 3]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73152" cy="141732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 b)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(a, b) =&gt; a +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arr.map(n =&gt; n * 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document.querySelector(".x")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el.textContent = "hi"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el.classList.add("on")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73152" cy="141732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el.addEventListener(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"click",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=&gt; { ... })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JavaScript Fundamentals ·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4A26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· PHASE 2 STARTED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 — Done.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 5 challenges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Codewars or HackerRank — beginner JS.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at your own pace.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Post in the group chat.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improve your click counter.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Deep Dive + ES6 in Practice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to-do list app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delete / mark done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with localStorage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 / filter throughout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programming. The fun starts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JavaScript Fundamentals</dc:title>
  <dc:subject>PptxGenJS Presentation</dc:subject>
  <dc:creator>Incrix Techlutions</dc:creator>
  <cp:lastModifiedBy>Incrix Techlutions</cp:lastModifiedBy>
  <cp:revision>1</cp:revision>
  <dcterms:created xsi:type="dcterms:W3CDTF">2026-05-26T05:35:54Z</dcterms:created>
  <dcterms:modified xsi:type="dcterms:W3CDTF">2026-05-26T05:35:54Z</dcterms:modified>
</cp:coreProperties>
</file>