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651760"/>
            <a:ext cx="3840480" cy="3840480"/>
          </a:xfrm>
          <a:prstGeom prst="ellipse">
            <a:avLst/>
          </a:prstGeom>
          <a:solidFill>
            <a:srgbClr val="13AA5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188720"/>
            <a:ext cx="2926080" cy="2926080"/>
          </a:xfrm>
          <a:prstGeom prst="ellipse">
            <a:avLst/>
          </a:prstGeom>
          <a:solidFill>
            <a:srgbClr val="D9770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44068"/>
            <a:ext cx="109728" cy="109728"/>
          </a:xfrm>
          <a:prstGeom prst="ellipse">
            <a:avLst/>
          </a:prstGeom>
          <a:solidFill>
            <a:srgbClr val="13AA5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5029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 · BACKEND CONTINUES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71600" cy="1371600"/>
          </a:xfrm>
          <a:prstGeom prst="ellipse">
            <a:avLst/>
          </a:prstGeom>
          <a:solidFill>
            <a:srgbClr val="0E7C3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57400" y="12801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— Make It Last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2075688" y="213969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Tasks API a real database. Connect Express to MongoDB Atlas with Mongoose so data survives every restart.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151B47"/>
          </a:solidFill>
          <a:ln w="12700">
            <a:solidFill>
              <a:srgbClr val="2A35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52958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76072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33832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151B47"/>
          </a:solidFill>
          <a:ln w="12700">
            <a:solidFill>
              <a:srgbClr val="2A35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352958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679192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151B47"/>
          </a:solidFill>
          <a:ln w="12700">
            <a:solidFill>
              <a:srgbClr val="2A35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352958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Mongoose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2312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33832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151B47"/>
          </a:solidFill>
          <a:ln w="12700">
            <a:solidFill>
              <a:srgbClr val="2A35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352958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885432" y="396849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DB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66560" y="502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12 · OF 15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MISSION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 Today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3154680"/>
          </a:xfrm>
          <a:prstGeom prst="roundRect">
            <a:avLst>
              <a:gd name="adj" fmla="val 2029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3154680"/>
          </a:xfrm>
          <a:prstGeom prst="rect">
            <a:avLst/>
          </a:prstGeom>
          <a:solidFill>
            <a:srgbClr val="0B7A39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550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Data for Real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2496312"/>
            <a:ext cx="3502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B7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documents &amp; collections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B7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free MongoDB Atlas cluster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B7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Express with Mongoose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B7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Schema and a Model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B7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built-in validation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069080" cy="3154680"/>
          </a:xfrm>
          <a:prstGeom prst="roundRect">
            <a:avLst>
              <a:gd name="adj" fmla="val 2029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417320"/>
            <a:ext cx="91440" cy="3154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6550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0328" y="1920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 the Tasks API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28616" y="2496312"/>
            <a:ext cx="3502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array for the database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CRUD with async / await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DB errors with try / catch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your data in Compass</a:t>
            </a:r>
            <a:endParaRPr lang="en-US" sz="11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a server restart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PLAN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2-Hour Roadmap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0B7A3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HOUR · SET UP THE DATABASE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database · documents vs tables · Atlas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420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 – 1:00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5420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Mongoose · Schema +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 HOUR · WIRE IT INTO THE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30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 – 1:40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7307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CRUD with async / await + try / catch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79392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9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 – 2:00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4279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data in Compass · Day 13 preview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SOLVES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Database?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the tasks lived in a JS array. The moment the server restarts, that array is rebuilt empty — every task gone. A database stores data outside your app, so it lasts.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91440" cy="1600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IN-MEMORY  ·  Day 11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Restart → tasks = [ ] (gone)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Lives in one server's RAM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Can't scale past a demo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828800"/>
            <a:ext cx="91440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37176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 ·  today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37176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Saved to disk in the cloud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Survives restarts &amp; deploys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by every instance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51B4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pPr algn="l" indent="0" marL="0">
              <a:buNone/>
            </a:pPr>
            <a:r>
              <a:rPr lang="en-US" sz="1200" dirty="0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—  Mongoose  →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MongoDB Atlas</a:t>
            </a:r>
            <a:pPr algn="l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—  on disk  →</a:t>
            </a:r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persists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MONGO THINKS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 &amp; Collections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doesn't use tables. It stores JSON-like documents, grouped into collections. If you can read an object, you can read MongoDB.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TASK DOCUMENT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4206240" cy="2286000"/>
          </a:xfrm>
          <a:prstGeom prst="roundRect">
            <a:avLst>
              <a:gd name="adj" fmla="val 24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24028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24028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24028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1945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2459736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"_id"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"665f1a3c9e..."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</a:t>
            </a:r>
            <a:endParaRPr lang="en-US" sz="1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"Buy milk"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"createdAt"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"2026-06-06..."</a:t>
            </a:r>
            <a:endParaRPr lang="en-US" sz="11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 →  MONGODB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093976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0939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0939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09397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752344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7523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7523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7523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3410712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410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4107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4107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· THE CLUSTER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MongoDB Atlas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MongoDB's free cloud database. Four clicks and you have a live cluster with a connection string.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792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free cluster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0665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tier — free forever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database user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 network access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3419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IP, or 0.0.0.0/0 to start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the connection string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096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mongodb+srv://…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18288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IT SAFELY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103120"/>
            <a:ext cx="4069080" cy="141732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2677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226771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8072" y="22677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22219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18888" y="248716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  (never commit this!)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srv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//user:pass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tasksdb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"dotenv/config"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657600"/>
            <a:ext cx="4069080" cy="868680"/>
          </a:xfrm>
          <a:prstGeom prst="roundRect">
            <a:avLst>
              <a:gd name="adj" fmla="val 7368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657600"/>
            <a:ext cx="9144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837176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.env to .gitignore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37176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holds your password. Committing it leaks your whole database.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· CONNECT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with Mongoose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is the ODM — it gives MongoDB documents a clean, schema-checked JavaScript interface.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85623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85623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185623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075688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terminal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db.js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"mongoose"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"dotenv/config"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"MongoDB connected"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691640"/>
            <a:ext cx="3017520" cy="548640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691640"/>
            <a:ext cx="64008" cy="548640"/>
          </a:xfrm>
          <a:prstGeom prst="rect">
            <a:avLst/>
          </a:prstGeom>
          <a:solidFill>
            <a:srgbClr val="13AA52"/>
          </a:solidFill>
          <a:ln/>
        </p:spPr>
      </p:sp>
      <p:sp>
        <p:nvSpPr>
          <p:cNvPr id="13" name="Text 11"/>
          <p:cNvSpPr/>
          <p:nvPr/>
        </p:nvSpPr>
        <p:spPr>
          <a:xfrm>
            <a:off x="5815584" y="174650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mongoose.connect()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15584" y="195681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one connection for the whole app.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2331720"/>
            <a:ext cx="3017520" cy="548640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331720"/>
            <a:ext cx="64008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815584" y="238658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process.env.MONGO_URI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15584" y="259689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secret string from .env.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2971800"/>
            <a:ext cx="3017520" cy="548640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971800"/>
            <a:ext cx="6400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815584" y="30266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15584" y="323697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takes time — wait for it.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3611880"/>
            <a:ext cx="3017520" cy="548640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3611880"/>
            <a:ext cx="64008" cy="54864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5" name="Text 23"/>
          <p:cNvSpPr/>
          <p:nvPr/>
        </p:nvSpPr>
        <p:spPr>
          <a:xfrm>
            <a:off x="5815584" y="366674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app.listen()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15584" y="38770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first, then start the server.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· THE SHAPE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+ Model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describes what a task looks like and its rules. A Model is the object you actually use to read and write that collection.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94767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194767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67128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"mongoose"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taskSchema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taskSchema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783080"/>
            <a:ext cx="3017520" cy="512064"/>
          </a:xfrm>
          <a:prstGeom prst="roundRect">
            <a:avLst>
              <a:gd name="adj" fmla="val 8929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783080"/>
            <a:ext cx="64008" cy="512064"/>
          </a:xfrm>
          <a:prstGeom prst="rect">
            <a:avLst/>
          </a:prstGeom>
          <a:solidFill>
            <a:srgbClr val="13AA52"/>
          </a:solidFill>
          <a:ln/>
        </p:spPr>
      </p:sp>
      <p:sp>
        <p:nvSpPr>
          <p:cNvPr id="13" name="Text 11"/>
          <p:cNvSpPr/>
          <p:nvPr/>
        </p:nvSpPr>
        <p:spPr>
          <a:xfrm>
            <a:off x="5815584" y="1828800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15584" y="203911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+ rules of a document.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2386584"/>
            <a:ext cx="3017520" cy="512064"/>
          </a:xfrm>
          <a:prstGeom prst="roundRect">
            <a:avLst>
              <a:gd name="adj" fmla="val 8929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386584"/>
            <a:ext cx="64008" cy="5120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815584" y="243230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/ default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15584" y="264261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validation, for free.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2990088"/>
            <a:ext cx="3017520" cy="512064"/>
          </a:xfrm>
          <a:prstGeom prst="roundRect">
            <a:avLst>
              <a:gd name="adj" fmla="val 8929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990088"/>
            <a:ext cx="64008" cy="5120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815584" y="3035808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model("Task")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15584" y="324612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handle to the tasks collection.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3593592"/>
            <a:ext cx="3017520" cy="512064"/>
          </a:xfrm>
          <a:prstGeom prst="roundRect">
            <a:avLst>
              <a:gd name="adj" fmla="val 8929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3593592"/>
            <a:ext cx="64008" cy="512064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5" name="Text 23"/>
          <p:cNvSpPr/>
          <p:nvPr/>
        </p:nvSpPr>
        <p:spPr>
          <a:xfrm>
            <a:off x="5815584" y="363931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15584" y="384962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createdAt &amp; updatedAt fields.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SHIFT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Becomes async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database isn't instant like an array — it takes a moment. So handlers become async, you await the result, and wrap it in try / catch.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11 · ARRAY (INSTANT)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4069080" cy="233172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24028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24028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24028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59736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"/tasks"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12 · DATABASE (AWAIT)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075688"/>
            <a:ext cx="4069080" cy="233172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18888" y="224028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224028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48072" y="224028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2459736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"/tasks"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8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 THE API · 1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with Mongoose — Read &amp; Create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669280" cy="329184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3619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53619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53619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55648"/>
            <a:ext cx="5303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all tasks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"/tasks"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one task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"/tasks/:id"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8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found"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create a task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"/tasks"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8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09360" y="13716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682496"/>
            <a:ext cx="2377440" cy="713232"/>
          </a:xfrm>
          <a:prstGeom prst="roundRect">
            <a:avLst>
              <a:gd name="adj" fmla="val 641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682496"/>
            <a:ext cx="73152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Task.find()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64808" y="2066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505456"/>
            <a:ext cx="2377440" cy="713232"/>
          </a:xfrm>
          <a:prstGeom prst="roundRect">
            <a:avLst>
              <a:gd name="adj" fmla="val 641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505456"/>
            <a:ext cx="73152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64808" y="2596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Task.findById()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64808" y="2889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328416"/>
            <a:ext cx="2377440" cy="713232"/>
          </a:xfrm>
          <a:prstGeom prst="roundRect">
            <a:avLst>
              <a:gd name="adj" fmla="val 6410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328416"/>
            <a:ext cx="73152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419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Task.create()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4808" y="3712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 THE API · 2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with Mongoose — Update &amp; Delete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669280" cy="329184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3619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53619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153619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55648"/>
            <a:ext cx="5303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update a task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"/tasks/:id"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findByIdAndUpdate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runValidators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8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found"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a task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"/tasks/:id"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findByIdAndDelete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8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found"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8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09360" y="13716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682496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682496"/>
            <a:ext cx="64008" cy="6035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3736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findByIdAndUpdate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19568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update in one call.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2395728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395728"/>
            <a:ext cx="64008" cy="603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4505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new: true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6700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updated document.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108960"/>
            <a:ext cx="64008" cy="6035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16382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runValidators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schema rules on update.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3822192"/>
            <a:ext cx="2377440" cy="603504"/>
          </a:xfrm>
          <a:prstGeom prst="roundRect">
            <a:avLst>
              <a:gd name="adj" fmla="val 7576"/>
            </a:avLst>
          </a:prstGeom>
          <a:solidFill>
            <a:srgbClr val="F6F8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822192"/>
            <a:ext cx="64008" cy="6035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8770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findByIdAndDelete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4096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remove, returns the doc.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ALREADY KNOW THIS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Array to Database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new engine. Every array operation from Day 11 maps to one Mongoose method.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IN-MEMORY · Day 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MONGOOSE · Day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0574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2057400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0574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9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6791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20640" y="2679192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6791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009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330098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20640" y="3300984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3009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findByIdAndUpdate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227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92277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120640" y="3922776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9227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findByIdAndDelete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PERSIST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Your Data in Compass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is MongoDB's free GUI. Connect with the same string and watch the tasks you POSTed sit safely in the database — even after a restart.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Compass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1122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desktop GUI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532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the URI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807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mongodb+srv string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227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collection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tasksdb → tasks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59352"/>
            <a:ext cx="329184" cy="329184"/>
          </a:xfrm>
          <a:prstGeom prst="ellipse">
            <a:avLst/>
          </a:prstGeom>
          <a:solidFill>
            <a:srgbClr val="0E7C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922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persist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1970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node restart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1783080"/>
            <a:ext cx="49377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77640" y="2039112"/>
            <a:ext cx="4480560" cy="384048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20391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tasksdb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</a:t>
            </a:r>
            <a:pPr indent="0" marL="0">
              <a:buNone/>
            </a:pPr>
            <a:r>
              <a:rPr lang="en-US" sz="1050" b="1" dirty="0">
                <a:solidFill>
                  <a:srgbClr val="13A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documents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256032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78808" y="27249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3400" y="272491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07992" y="27249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"_id"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"665f1a.."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"Buy milk"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"createdAt"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"2026-06-06"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77640" y="352044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78808" y="368503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2" name="Shape 30"/>
          <p:cNvSpPr/>
          <p:nvPr/>
        </p:nvSpPr>
        <p:spPr>
          <a:xfrm>
            <a:off x="4343400" y="368503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3" name="Shape 31"/>
          <p:cNvSpPr/>
          <p:nvPr/>
        </p:nvSpPr>
        <p:spPr>
          <a:xfrm>
            <a:off x="4507992" y="368503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4" name="Text 32"/>
          <p:cNvSpPr/>
          <p:nvPr/>
        </p:nvSpPr>
        <p:spPr>
          <a:xfrm>
            <a:off x="4178808" y="3904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"_id"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"665f22.."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"title"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"Ship Day 15"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"createdAt"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"2026-06-06"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6908"/>
            <a:ext cx="109728" cy="109728"/>
          </a:xfrm>
          <a:prstGeom prst="ellipse">
            <a:avLst/>
          </a:prstGeom>
          <a:solidFill>
            <a:srgbClr val="0B7A39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7A3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OPEN WHILE YOU CODE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0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Mongoose Cheat Sheet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1481328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481328"/>
          </a:xfrm>
          <a:prstGeom prst="rect">
            <a:avLst/>
          </a:prstGeom>
          <a:solidFill>
            <a:srgbClr val="13AA52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27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1801368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"mongoose"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MONGO_URI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69080" cy="1481328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417320"/>
            <a:ext cx="73152" cy="14813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15270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+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55464" y="1801368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mongoose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"Task"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069080" cy="1481328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73152" cy="14813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729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+ CREATE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3447288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3063240"/>
            <a:ext cx="4069080" cy="1481328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B12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3063240"/>
            <a:ext cx="73152" cy="14813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37176" y="31729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+ DELETE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55464" y="3447288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findByIdAndUpdate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findByIdAndDelete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· MongoDB · Phase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017520"/>
            <a:ext cx="3840480" cy="3840480"/>
          </a:xfrm>
          <a:prstGeom prst="ellipse">
            <a:avLst/>
          </a:prstGeom>
          <a:solidFill>
            <a:srgbClr val="13AA5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371600"/>
            <a:ext cx="3108960" cy="3108960"/>
          </a:xfrm>
          <a:prstGeom prst="ellipse">
            <a:avLst/>
          </a:prstGeom>
          <a:solidFill>
            <a:srgbClr val="06AED5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98348"/>
            <a:ext cx="109728" cy="109728"/>
          </a:xfrm>
          <a:prstGeom prst="ellipse">
            <a:avLst/>
          </a:prstGeom>
          <a:solidFill>
            <a:srgbClr val="13AA5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4572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UP · DAY 12 COMPLETE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days down. 3 to go.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Tasks API now reads and writes a real cloud database. The full stack is wired: React → Express → MongoDB. Data finally survives a restart.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371600" cy="1371600"/>
          </a:xfrm>
          <a:prstGeom prst="ellipse">
            <a:avLst/>
          </a:prstGeom>
          <a:solidFill>
            <a:srgbClr val="151B47"/>
          </a:solidFill>
          <a:ln w="25400">
            <a:solidFill>
              <a:srgbClr val="13A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2608" y="37673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DONE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48840" y="2331720"/>
            <a:ext cx="3154680" cy="2057400"/>
          </a:xfrm>
          <a:prstGeom prst="roundRect">
            <a:avLst>
              <a:gd name="adj" fmla="val 3111"/>
            </a:avLst>
          </a:prstGeom>
          <a:solidFill>
            <a:srgbClr val="151B47"/>
          </a:solidFill>
          <a:ln w="12700">
            <a:solidFill>
              <a:srgbClr val="2A35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468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A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+ extend the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2461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priority field to the schema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/tasks?done=true with .find(query)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in .env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2331720"/>
            <a:ext cx="3200400" cy="2057400"/>
          </a:xfrm>
          <a:prstGeom prst="roundRect">
            <a:avLst>
              <a:gd name="adj" fmla="val 3111"/>
            </a:avLst>
          </a:prstGeom>
          <a:solidFill>
            <a:srgbClr val="151B47"/>
          </a:solidFill>
          <a:ln w="12700">
            <a:solidFill>
              <a:srgbClr val="2A35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AE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 — DAY 13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Sprint Begins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0" y="32461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plan your own app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React + Express + Mongo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7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deploy → demo by Day 15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the whole stack — frontend, backend, and database. Next: put it all together and ship something real.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4 · Day 12 — MongoDB + Mongoose</dc:title>
  <dc:subject>PptxGenJS Presentation</dc:subject>
  <dc:creator>Incrix · Classory</dc:creator>
  <cp:lastModifiedBy>Incrix · Classory</cp:lastModifiedBy>
  <cp:revision>1</cp:revision>
  <dcterms:created xsi:type="dcterms:W3CDTF">2026-06-06T11:35:22Z</dcterms:created>
  <dcterms:modified xsi:type="dcterms:W3CDTF">2026-06-06T11:35:22Z</dcterms:modified>
</cp:coreProperties>
</file>