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06AED5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REACT BEGINS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88720" cy="118872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D8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83080" y="1280160"/>
            <a:ext cx="1188720" cy="118872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46120" y="1280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Foundations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JSX · Props · State · Hooks · Forms. Everything from scratch.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8: Setup + Components · Day 9: State + Hooks + Forms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hrs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688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setup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805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demos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D8–D9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9224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OWN BY THE END OF DAY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Two-Day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108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FOUNDATIONS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with React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532888"/>
            <a:ext cx="201168" cy="2011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Vite + React project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2916936"/>
            <a:ext cx="201168" cy="2011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 JSX confidently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300984"/>
            <a:ext cx="201168" cy="2011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2369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components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685032"/>
            <a:ext cx="201168" cy="2011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85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621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with props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201168" cy="2011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lists with .map() + keys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63040"/>
            <a:ext cx="73152" cy="310896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STATE + HOOKS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Interactive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983480" y="2532888"/>
            <a:ext cx="201168" cy="201168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useState to track values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83480" y="2916936"/>
            <a:ext cx="201168" cy="201168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useEffect for side effects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83480" y="3300984"/>
            <a:ext cx="201168" cy="201168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2369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Rules of Hooks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83480" y="3685032"/>
            <a:ext cx="201168" cy="201168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685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3621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controlled form inputs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983480" y="4069080"/>
            <a:ext cx="201168" cy="201168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0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handle multi-field forms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8+9 · React Foundations · Phase 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DAYS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4-Hour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4A261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+ Vite setup + project tour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4A261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1:15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219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+ Components + Props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4A261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9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1:45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5694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+ keys + Hands-on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4A261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16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9169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Wrap-Up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STATE · HOOKS · FORMS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8338EC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79476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state · useState · Counter demo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8338EC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– 1:10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40507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+ Rules of Hooks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06824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8338EC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1:50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3068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forms + multi-field form demo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62856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8338EC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562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45628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progress · Day 10 preview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8+9 · React Foundations · Phase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D8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2 HOURS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Foundations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exists, how to set it up with Vite, and the four ideas you'll use in every component: JSX, components, props, and lists.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FIXES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React?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forces you to update the DOM manually. React lets you describe what you want — it figures out the rest.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VANILLA WAY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023360" cy="24688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26771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6771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26771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603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Click counter, vanilla 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"click"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count++;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display.textContent = count;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...update 5 other DOM 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 sync DOM manually.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 scale: 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WAY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023360" cy="24688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226771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26771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226771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603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thing, React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[count, setCount] =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={() =&gt;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(count+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Count: {count}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 updates DOM for you 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 · 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MODERN, ZERO CONFIG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with Vite — 4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is the standard React build tool in 2026. Hot reload, instant startup, no config files to fight.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947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the project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my-app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807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Pick: React → JavaScript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96596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1947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the folder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807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commands run from 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3649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86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224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down React + Vite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2004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38328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33649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the dev server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3886200"/>
            <a:ext cx="365760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8862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4224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http://localhost:5173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 · Phase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YOU'LL ACTUALLY TOUCH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 the Project?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TREE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28803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ignore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← static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your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← root component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main.jsx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← entry 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index.css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styles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← one HTML 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deps + scripts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FILES YOU'LL EDIT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783080"/>
            <a:ext cx="7315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892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src/App.jsx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main component. Start writing 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43200"/>
            <a:ext cx="7315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852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src/main.jsx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&lt;App /&gt; into index.html. Rarely touch.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70332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703320"/>
            <a:ext cx="7315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813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src/index.css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114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styles. Or use CSS modules.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 · 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HTML · IS REALLY JS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JSX — HTML Inside JavaScript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937760" cy="3108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"Anu"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"greeting"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 {name}!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{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getFullYear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JSX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78308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783080"/>
            <a:ext cx="7315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expr 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 JS expression into JSX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274320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743200"/>
            <a:ext cx="7315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instead of class (reserved word)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370332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3703320"/>
            <a:ext cx="7315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3813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 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returned JSX in parentheses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 · 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ONCE, NEVER AGAIN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JSX Rules That Trip Everyone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one root element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siblings in a parent &lt;div&gt; or empty &lt;&gt; &lt;/&gt; fragment.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&lt;h1/&gt;&lt;p/&gt;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&lt;&gt;&lt;h1/&gt;&lt;p/&gt;&lt;/&gt;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55448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className, not class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is a reserved JS word. React uses className.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194560"/>
            <a:ext cx="365760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194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class="btn"&gt;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514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className="btn"&gt;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44952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18211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close tags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self-closing ones like &lt;img&gt; need a slash.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3822192"/>
            <a:ext cx="365760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8221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3822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src="a.jpg"&gt;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142232"/>
            <a:ext cx="365760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142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4142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src="a.jpg" /&gt;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044952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18211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349240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 goes in { curlies }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4924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JSX, switch to JS expressions with single braces.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3822192"/>
            <a:ext cx="365760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8221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✕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3822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&lt;p&gt;Hi name&lt;/p&gt;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142232"/>
            <a:ext cx="3657600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7" name="Text 45"/>
          <p:cNvSpPr/>
          <p:nvPr/>
        </p:nvSpPr>
        <p:spPr>
          <a:xfrm>
            <a:off x="4892040" y="4142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4142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&lt;p&gt;Hi {name}&lt;/p&gt;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 · Phase 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ONCE · USE ANYWHERE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Components — Reusable Building Blocks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a function that returns JSX. Use it like a custom HTML tag.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24688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221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21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221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Greeting.jsx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Welcome!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Greeting;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023360" cy="24688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2221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221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2221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146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Greeting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"./Greeting"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/&gt; 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reusable!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 · 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PASSES DOWN · CHILD READS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Props — How Components Get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PASSES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1554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"Anu"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RECEIVES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023360" cy="1554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148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(props)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Hi, {props.name}!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DESTRUCTURE PROPS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822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822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" y="3822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name, age }) { 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destructure inline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{name}, age {age}!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 · 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UNIQUE KEY = RENDERED LIST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Lists + Keys — Rendering Arrays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93776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name: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"Anu"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name: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"Ravi"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name: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"Priya"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UserList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{users.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((u) =&gt;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={u.id}&gt;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{u.name}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417320"/>
            <a:ext cx="301752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0" y="1417320"/>
            <a:ext cx="73152" cy="3200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KEYS?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React's tracking 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keys, React can't tell which item is which when the list changes. You'll get warnings and weird bugs.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3474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Use a stable unique ID. NEVER use the array index.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React Foundations · 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D9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2 HOURS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· Hooks · Forms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components were static. Today they become alive. State lets data change, hooks plug into React, and forms collect user input.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CHANGES OVER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State?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your component needs to remember between renders. When state changes, React re-runs the component.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246888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👆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type, scroll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011680"/>
            <a:ext cx="2468880" cy="73152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setState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6035040" y="20116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011680"/>
            <a:ext cx="246888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🔄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03504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RE-RENDER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runs again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continues — every state change triggers a re-render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· SETTER · INITIAL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useState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useState. GET BACK an array of [value, setter].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01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01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901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383280"/>
            <a:ext cx="73152" cy="1234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value. Read it like any variable.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383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3383280"/>
            <a:ext cx="73152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 change it. NEVER modify count directly.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383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383280"/>
            <a:ext cx="73152" cy="123444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useState(0)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value, used only on first render.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PIECES IN ONE 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 — Your First Stateful UI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12064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[count, setCount] =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Count: {count}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={() =&gt;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(count+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737360"/>
            <a:ext cx="2926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Count: 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0" y="237744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8338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3520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setCount(count+1)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React updates count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Counter re-renders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count shown 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AFTER RENDER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— Side Effects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touches outside the component (API calls, timers, subscriptions) goes here.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120640" cy="2834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01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01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901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"Component mounted"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.title =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`Count: ${count}`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[count]); 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dependencies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783080"/>
            <a:ext cx="2926080" cy="2834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1783080"/>
            <a:ext cx="73152" cy="283464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ARRAY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when effect runs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606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[count]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count changes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once on mount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886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(omit)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render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THESE AND YOUR APP BREAKS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Rules of Hooks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call at the top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inside if, loops, or nested functions.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581912"/>
            <a:ext cx="429768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5819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5819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(x) useState(0)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0" y="1965960"/>
            <a:ext cx="429768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9659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useState(0)  // top level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call from components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880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React components or custom hooks. Not regular functions.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0" y="2679192"/>
            <a:ext cx="429768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267919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26791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helper() { useState(0) 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0" y="3063240"/>
            <a:ext cx="429768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5" name="Text 23"/>
          <p:cNvSpPr/>
          <p:nvPr/>
        </p:nvSpPr>
        <p:spPr>
          <a:xfrm>
            <a:off x="4160520" y="30632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30632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Profile() { useState(0) }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order every render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tracks hooks by call order. Conditionals would shift them.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776472"/>
            <a:ext cx="429768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3" name="Text 31"/>
          <p:cNvSpPr/>
          <p:nvPr/>
        </p:nvSpPr>
        <p:spPr>
          <a:xfrm>
            <a:off x="4160520" y="377647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0" y="37764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(x) useState(); useState();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0" y="4160520"/>
            <a:ext cx="429768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6" name="Text 34"/>
          <p:cNvSpPr/>
          <p:nvPr/>
        </p:nvSpPr>
        <p:spPr>
          <a:xfrm>
            <a:off x="416052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useState(); useState();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SOURCE OF TRUTH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Inputs — Forms in React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12064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NameForm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[name, setName] =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={name}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={(e) =&gt;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setName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(e.target.value)}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 {name}!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4-STEP PATTERN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82880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value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2542032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value=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770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input to state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3255264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3255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209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3483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typing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3968496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3968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3922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setName(...)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4197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· ONE HANDLER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Multi-Field 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SignupForm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[form, setForm] =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name: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email: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handleChange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setForm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...form, [e.target.name]: e.target.value });   </a:t>
            </a:r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spread + key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handleSubmit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preventDefault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stop page reload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(form);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onSubmit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={handleSubmit}&gt;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={form.name}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={handleChange}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={form.email}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={handleChange}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DIFFICULTY · PICK AS MANY AS YOU CAN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— Build 4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3258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Counter+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2A9D8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with +1, -1, Reset buttons. Cap at 0–20.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63040"/>
            <a:ext cx="73152" cy="1325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Card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164592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4A261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1965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name + role as props. Re-use 3 times with different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71800"/>
            <a:ext cx="73152" cy="132588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List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315468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6AED5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3474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items, render list with .map + keys. Stretch: delete on click.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71800"/>
            <a:ext cx="73152" cy="132588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31" name="Shape 29"/>
          <p:cNvSpPr/>
          <p:nvPr/>
        </p:nvSpPr>
        <p:spPr>
          <a:xfrm>
            <a:off x="4892040" y="3154680"/>
            <a:ext cx="457200" cy="4572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864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Signup Form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0" y="315468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8338EC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3474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Multi-field controlled form. Show submitted data below.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EVERYONE MAKES (ONCE)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React Pitfalls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Modified state directly?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5 won't trigger re-render. Always use setCount(5).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Forgot key prop in map?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warns in console. Use a stable unique ID, never array index.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runs every render?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dependency array. Add [] or [dep1, dep2].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 submits and reloads?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e.preventDefault() inside handleSubmit.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OPEN WHILE YOU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Cheat Sheet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&lt;div&gt;Hi&lt;/div&gt;;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Card;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73152" cy="141732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20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 name="Anu" 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name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&lt;p&gt;{name}&lt;/p&gt;;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74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[count, setCount]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useState(0);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setCount(count + 1);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73152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+ FORMS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429000"/>
            <a:ext cx="370332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474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runs after render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[count]);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value={x}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onChange={e =&gt; setX(...)}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8+9 · React Foundations · 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 THROUGH REACT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Day 9 Checkpoint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182880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· 4 HOURS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React project with Vite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23317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 JSX with confidence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0" y="27889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components with props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0" y="32461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lists from arrays using map + keys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0" y="37033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state with useState and update 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0" y="4160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controlled form inputs (single + multi)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React Foundations · 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AED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· DAY 9 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days down. 6 to go.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 weather app in React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UI as Day 7, now in React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for city + result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fetch yet — that's tomorrow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the data with a const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+ API in React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— multiple pages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+ fetch in React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+ error states with state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weather app live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just functions + state + JSX. You already know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Days 8 &amp; 9 — React: Components, State, Hooks, Forms</dc:title>
  <dc:subject>PptxGenJS Presentation</dc:subject>
  <dc:creator>Incrix Techlutions</dc:creator>
  <cp:lastModifiedBy>Incrix Techlutions</cp:lastModifiedBy>
  <cp:revision>1</cp:revision>
  <dcterms:created xsi:type="dcterms:W3CDTF">2026-05-29T05:50:23Z</dcterms:created>
  <dcterms:modified xsi:type="dcterms:W3CDTF">2026-05-29T05:50:23Z</dcterms:modified>
</cp:coreProperties>
</file>