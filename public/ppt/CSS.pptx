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FINAL 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371600" cy="1371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01168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+ Mini Project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Looks great on every screen. Ship it live by 2 PM.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· Mobile-first · Breakpoints · 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P1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OWN BY 2 PM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mobile-first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phones first, scale up with media queries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media queries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and choose the right breakpoints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landing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features + footer, all from scratch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it publicly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on GitHub Pages or Netlify — yours to share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These 2 Hours Will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Responsive? The Mobile 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0:30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1214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214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Queries + Breakpoints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AED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0:45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688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Patterns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8338E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1:45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32552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552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+ Deploy a Landing Page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221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38221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Complete · Q&amp;A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Responsive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all web traffic is mobile. A site that breaks on a phone is broken for most of your users. Responsive design fixes that.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Mobile Reality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web traffic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phones (2024)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6304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first impression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 mobile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6304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users leave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mobile takes &gt;3s to load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20440"/>
            <a:ext cx="73152" cy="10515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site only looks good on a 15-inch laptop, it's broken for most of the world. Build for mobile first, then enhance for larger screens.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IS THE RIGHT ANSWER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Handle Screen Sizes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91640"/>
            <a:ext cx="219456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1640"/>
            <a:ext cx="219456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965960"/>
            <a:ext cx="914400" cy="1005840"/>
          </a:xfrm>
          <a:prstGeom prst="rect">
            <a:avLst/>
          </a:prstGeom>
          <a:solidFill>
            <a:srgbClr val="E6394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9659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400px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widths in px. Looks broken on most screens.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0" y="1691640"/>
            <a:ext cx="219456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691640"/>
            <a:ext cx="219456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1965960"/>
            <a:ext cx="2011680" cy="1005840"/>
          </a:xfrm>
          <a:prstGeom prst="rect">
            <a:avLst/>
          </a:prstGeom>
          <a:solidFill>
            <a:srgbClr val="F4A261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Fluid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Half-OK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widths only. Stretches, but text gets unreadable wide.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6304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691640"/>
            <a:ext cx="2194560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691640"/>
            <a:ext cx="219456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1965960"/>
            <a:ext cx="566928" cy="1005840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59168" y="1965960"/>
            <a:ext cx="566928" cy="1005840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717536" y="1965960"/>
            <a:ext cx="566928" cy="1005840"/>
          </a:xfrm>
          <a:prstGeom prst="rect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636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Right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+ media queries. Adapts intelligently at each size.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Queries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CSS feature that makes responsive design possible. Apply different styles based on screen width, orientation, or device type.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A SENTENCE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Media Query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screen is at least 768px wide, APPLY these styles.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476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476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9476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(min-width: 768px)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 { </a:t>
            </a:r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6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48px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20440"/>
            <a:ext cx="73152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CSS this is a media query block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520440"/>
            <a:ext cx="73152" cy="10972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(min-width: 768px)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condition. Triggers when screen ≥ 768px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35204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520440"/>
            <a:ext cx="73152" cy="10972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that apply ONLY when the condition matches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LAYOUTS CHANGE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Breakpoints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the screen as a ruler. At certain widths, the layout shifts to fit better.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554480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640px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965960"/>
            <a:ext cx="173736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 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313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– 767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965960"/>
            <a:ext cx="201168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– 1023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965960"/>
            <a:ext cx="2926080" cy="64008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2313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" y="2606040"/>
            <a:ext cx="18288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02536" y="2606040"/>
            <a:ext cx="18288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39896" y="2606040"/>
            <a:ext cx="18288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51576" y="2606040"/>
            <a:ext cx="18288" cy="137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770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1024px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68503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68503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896112" y="368503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Mobile-first: write defaults for mobile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48px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 — PICK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vs Desktop-First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 target mobile. Use min-width to scale 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017520"/>
            <a:ext cx="3749040" cy="1463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" y="31363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1363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" y="31363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Default = mobile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.grid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64592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Desktop-First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 target desktop. Use max-width to scale DOWN.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3017520"/>
            <a:ext cx="3749040" cy="14630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0328" y="31363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31363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239512" y="31363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Default = desktop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.grid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767px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 { </a:t>
            </a:r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Patterns You'll Use Constantly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Resize Hero 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on desktop, sane on phone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28px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56px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→ 3-Column Grid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stack on phone, grid on desktop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300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82219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.features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.features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 1fr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}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18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Hide / Show by Size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mobile menu only on small screens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2286000"/>
            <a:ext cx="2377440" cy="2286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1928" y="240487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40487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11112" y="240487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.menu-mobile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.menu-desktop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1024px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.menu-mobile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.menu-desktop {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Patterns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 meta tag, flexible images, and three layout patterns that solve 95% of real-world responsive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MEDIA 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Things You MUST Add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VIEWPORT META TAG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 in &lt;head&gt;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mobile browsers render at desktop width and shrink the page. Your media queries won't trigger.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374904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35021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021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" y="35021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"viewport"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"width=device-width,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initial-scale=1"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73152" cy="3108960"/>
          </a:xfrm>
          <a:prstGeom prst="rect">
            <a:avLst/>
          </a:prstGeom>
          <a:solidFill>
            <a:srgbClr val="06AED5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FLEXIBLE IMAGES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Stops images from overflowing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2000px image stays 2000px. On a 375px phone, it breaks the layout. Add this to every project.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383280"/>
            <a:ext cx="3749040" cy="10972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0328" y="350215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350215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239512" y="350215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06AED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A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· MOSTLY-FLUID · COLUMN-DROP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Responsive Layout Patterns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37360"/>
            <a:ext cx="822960" cy="292608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103120"/>
            <a:ext cx="822960" cy="292608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468880"/>
            <a:ext cx="822960" cy="292608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AED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74520" y="2103120"/>
            <a:ext cx="292608" cy="54864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40280" y="2103120"/>
            <a:ext cx="292608" cy="54864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2103120"/>
            <a:ext cx="292608" cy="54864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stacks vertically on mobile, lines up horizontally on desktop. Most common.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1874520"/>
            <a:ext cx="822960" cy="91440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AED5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822960" cy="91440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Mostly Fluid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7472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fluidly resizes within a max-width. Margins grow on big screens.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737360"/>
            <a:ext cx="822960" cy="36576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63640" y="2194560"/>
            <a:ext cx="822960" cy="36576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651760"/>
            <a:ext cx="822960" cy="164592"/>
          </a:xfrm>
          <a:prstGeom prst="rect">
            <a:avLst/>
          </a:prstGeom>
          <a:solidFill>
            <a:srgbClr val="06AED5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AED5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52360" y="1874520"/>
            <a:ext cx="457200" cy="91440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1874520"/>
            <a:ext cx="457200" cy="914400"/>
          </a:xfrm>
          <a:prstGeom prst="rect">
            <a:avLst/>
          </a:prstGeom>
          <a:solidFill>
            <a:srgbClr val="06AED5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Drop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263640" y="3291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 below each other one by one as the screen narrows.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457200"/>
            <a:ext cx="4754880" cy="47548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1188720"/>
            <a:ext cx="2377440" cy="237744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4" name="Text 2"/>
          <p:cNvSpPr/>
          <p:nvPr/>
        </p:nvSpPr>
        <p:spPr>
          <a:xfrm>
            <a:off x="6492240" y="11887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Project — Landing Page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hour. Build a real responsive landing page. Hero, features, footer. Looks good on mobile AND desktop. Deploy it live.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 IN 60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Brief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920240"/>
            <a:ext cx="1554480" cy="640080"/>
          </a:xfrm>
          <a:prstGeom prst="rect">
            <a:avLst/>
          </a:prstGeom>
          <a:solidFill>
            <a:srgbClr val="8338EC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624328"/>
            <a:ext cx="1554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24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3127248"/>
            <a:ext cx="1554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27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630168"/>
            <a:ext cx="155448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30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1554480" cy="22860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01752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1691640"/>
            <a:ext cx="566928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1691640"/>
            <a:ext cx="5669280" cy="164592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21" name="Shape 19"/>
          <p:cNvSpPr/>
          <p:nvPr/>
        </p:nvSpPr>
        <p:spPr>
          <a:xfrm>
            <a:off x="3090672" y="1746504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3227832" y="1746504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3364992" y="1746504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8960" y="1920240"/>
            <a:ext cx="5486400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2057400"/>
            <a:ext cx="5303520" cy="914400"/>
          </a:xfrm>
          <a:prstGeom prst="rect">
            <a:avLst/>
          </a:prstGeom>
          <a:solidFill>
            <a:srgbClr val="8338EC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057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108960"/>
            <a:ext cx="164592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3108960"/>
            <a:ext cx="164592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3108960"/>
            <a:ext cx="164592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4023360"/>
            <a:ext cx="5303520" cy="36576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720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HTML,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layout per screen size. </a:t>
            </a:r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first.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by 1:45.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MARKUP FOR ALL SIZES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Write the HTML Once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"hero"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Better Sites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that get out of your way.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"btn"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"features"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 instantly.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clutter.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forever.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Your Name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THE SMALLEST SCREEN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Mobile Styles (the Default)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Base = mobile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system-ui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40px 20px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text-align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h1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.features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.features article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#F3F4F6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&lt; 768px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1920240"/>
            <a:ext cx="1645920" cy="2468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2011680"/>
            <a:ext cx="1463040" cy="731520"/>
          </a:xfrm>
          <a:prstGeom prst="rect">
            <a:avLst/>
          </a:prstGeom>
          <a:solidFill>
            <a:srgbClr val="8338E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Better Sites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0" y="2788920"/>
            <a:ext cx="146304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88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3291840"/>
            <a:ext cx="146304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291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3794760"/>
            <a:ext cx="146304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794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MEDIA QUERY DOES IT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Enhance for Desktop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2004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36192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36192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36192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min-width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768px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Bigger hero on desktop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100px 40px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 h1 {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font-size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3-column features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.features {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1fr 1fr 1fr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max-width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auto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60px 40px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≥ 768px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783080"/>
            <a:ext cx="292608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1783080"/>
            <a:ext cx="2926080" cy="13716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6440" y="1938528"/>
            <a:ext cx="2834640" cy="2020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97880" y="2011680"/>
            <a:ext cx="2651760" cy="640080"/>
          </a:xfrm>
          <a:prstGeom prst="rect">
            <a:avLst/>
          </a:prstGeom>
          <a:solidFill>
            <a:srgbClr val="8338EC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8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Better Sites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743200"/>
            <a:ext cx="777240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2743200"/>
            <a:ext cx="777240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80960" y="2743200"/>
            <a:ext cx="777240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3977640"/>
            <a:ext cx="2194560" cy="109728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DAY-4 GOTCHAS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Resizing Breaks Your Layout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zooms out on phone?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the viewport meta tag in &lt;head&gt;. Without it, mobile renders at 980px wide.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4592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query never triggers?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spelling. Common typo: max-with instead of max-width. Also verify the viewport tag.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breaks at exact breakpoint?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min-width and max-width that don't overlap. Stick to one direction (mobile-first).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overflows on phone?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img { max-width: 100%; height: auto; } to your CSS reset section.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LOCALHOST TO PUBLIC URL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Deploy Your Page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 repo, enable Pages in Settings. Free, simple, takes 1 minute.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→ Settings → Pages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main, folder: 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username.github.io/repo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40233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8338E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69164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8338E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Netlify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folder onto netlify.com/drop. Auto-deploys on every commit.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GitHub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520440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63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project folder to dropzone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840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in seconds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228600" cy="228600"/>
          </a:xfrm>
          <a:prstGeom prst="ellipse">
            <a:avLst/>
          </a:prstGeom>
          <a:solidFill>
            <a:srgbClr val="8338EC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free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Complete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828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· 8 HOURS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semantic HTML pages from scratch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with CSS using selectors and the box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interfaces with Flexbox and 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2461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any design responsive with media queries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+ GitHub for version control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0" y="4160520"/>
            <a:ext cx="274320" cy="2743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live site to the public web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Responsive Design + Mini Project · Phase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E6394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" cy="1828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· PHASE 1 COMPLETE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days down. 11 to go.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377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 your landing page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real phone, not just dev tools.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favicon and proper page title.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live URL in the group chat.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Rest. Tomorrow we start JavaScript.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377440"/>
          </a:xfrm>
          <a:prstGeom prst="rect">
            <a:avLst/>
          </a:prstGeom>
          <a:solidFill>
            <a:srgbClr val="151B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828800"/>
            <a:ext cx="73152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5 · 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Fundamentals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operators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+ loops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(declaration vs arrow)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+ objects basics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earned this. See you at JavaScript.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Responsive Design + Mini Project</dc:title>
  <dc:subject>PptxGenJS Presentation</dc:subject>
  <dc:creator>Incrix Techlutions</dc:creator>
  <cp:lastModifiedBy>Incrix Techlutions</cp:lastModifiedBy>
  <cp:revision>1</cp:revision>
  <dcterms:created xsi:type="dcterms:W3CDTF">2026-05-23T05:18:51Z</dcterms:created>
  <dcterms:modified xsi:type="dcterms:W3CDTF">2026-05-23T05:18:51Z</dcterms:modified>
</cp:coreProperties>
</file>