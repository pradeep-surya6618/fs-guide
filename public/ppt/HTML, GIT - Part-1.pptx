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E6394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HTML + CSS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371600" cy="13716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+ HTML Structure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01168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blank editor to your first webpage on GitHub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hrs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time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6888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48056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OWN BY 2 PM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Navigate VS 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shortcuts, terminal, and extensions like a developer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Git + GitHub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a repo, commit changes, push code to the cloud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HTML structure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document with semantic, meaningful tags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a real page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intro page deployed to your public GitHub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These 2 Hours Will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0" y="1554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 Setup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– 0:30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03120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0574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+ GitHub Basics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0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– 0:50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2560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5603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Foundations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06AED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63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 – 1:00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3120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0632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HTML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8338E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– 1:45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3120" y="3566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35661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Your Intro Page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69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2:00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103120" y="4069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66160" y="40690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+ Homework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 Setup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editor is your workshop. Knowing it well saves hours every week — shortcuts, extensions, and the integrated terminal.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HOURS EVERY WEEK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 VS Code Shortcuts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81912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`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integrated terminal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581912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1463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file sidebar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267712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267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file open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14884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267712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2677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palette (everything!)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2953512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953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/ uncomment line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83464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953512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953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+ ↑ / 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current line up / down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" y="3639312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393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+ Alt + 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current line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52044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639312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6393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next match (multi-cursor)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4348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 tip: </a:t>
            </a:r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forget anything — </a:t>
            </a:r>
            <a:pPr indent="0" marL="0">
              <a:buNone/>
            </a:pPr>
            <a:r>
              <a:rPr lang="en-US" sz="1100" b="1" i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P</a:t>
            </a:r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opens the Command Palette where you can search for any action.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EXTENSIONS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These Extensions 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9144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Prettier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Auto-formats your code on save. No more messy indentation.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73152" cy="914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Server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HTML → Open with Live Server. Auto-reloads on save.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14600"/>
            <a:ext cx="73152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24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Rename Tag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29260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&lt;div&gt; to &lt;section&gt; and the closing tag updates too.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5146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514600"/>
            <a:ext cx="73152" cy="91440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624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Intellisense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9260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Auto-completes file paths when typing src or href.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75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ESLint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3977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Underlines JavaScript errors before you even run the code.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5661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56616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675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ES7+ React Snippets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977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thank ourselves in Week 2 when we hit React.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VS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Emmet — HTML at the Speed of Thought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shortcut, hit Tab, and Emmet expands it into full HTML. Built into VS Code by default.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74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 + Tab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1874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17520" y="1828800"/>
            <a:ext cx="5669280" cy="5943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Shape 8"/>
          <p:cNvSpPr/>
          <p:nvPr/>
        </p:nvSpPr>
        <p:spPr>
          <a:xfrm>
            <a:off x="3127248" y="194767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94767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6432" y="194767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2240280"/>
            <a:ext cx="521208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&lt;html lang="en"&gt;…&lt;/html&gt;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511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ul&gt;li*4  + Tab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55117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17520" y="2505456"/>
            <a:ext cx="5669280" cy="5943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8" name="Shape 16"/>
          <p:cNvSpPr/>
          <p:nvPr/>
        </p:nvSpPr>
        <p:spPr>
          <a:xfrm>
            <a:off x="3127248" y="2624328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2624328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0" name="Shape 18"/>
          <p:cNvSpPr/>
          <p:nvPr/>
        </p:nvSpPr>
        <p:spPr>
          <a:xfrm>
            <a:off x="3456432" y="2624328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2916936"/>
            <a:ext cx="521208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× 4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27832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27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h1{Hello}  + Tab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06040" y="322783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017520" y="3182112"/>
            <a:ext cx="5669280" cy="5943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Shape 24"/>
          <p:cNvSpPr/>
          <p:nvPr/>
        </p:nvSpPr>
        <p:spPr>
          <a:xfrm>
            <a:off x="3127248" y="330098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1840" y="3300984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8" name="Shape 26"/>
          <p:cNvSpPr/>
          <p:nvPr/>
        </p:nvSpPr>
        <p:spPr>
          <a:xfrm>
            <a:off x="3456432" y="330098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9" name="Text 27"/>
          <p:cNvSpPr/>
          <p:nvPr/>
        </p:nvSpPr>
        <p:spPr>
          <a:xfrm>
            <a:off x="3246120" y="3593592"/>
            <a:ext cx="521208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904488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9044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div.card  + Tab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6040" y="390448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017520" y="3858768"/>
            <a:ext cx="5669280" cy="5943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4" name="Shape 32"/>
          <p:cNvSpPr/>
          <p:nvPr/>
        </p:nvSpPr>
        <p:spPr>
          <a:xfrm>
            <a:off x="3127248" y="3977640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5" name="Shape 33"/>
          <p:cNvSpPr/>
          <p:nvPr/>
        </p:nvSpPr>
        <p:spPr>
          <a:xfrm>
            <a:off x="3291840" y="3977640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6" name="Shape 34"/>
          <p:cNvSpPr/>
          <p:nvPr/>
        </p:nvSpPr>
        <p:spPr>
          <a:xfrm>
            <a:off x="3456432" y="3977640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7" name="Text 35"/>
          <p:cNvSpPr/>
          <p:nvPr/>
        </p:nvSpPr>
        <p:spPr>
          <a:xfrm>
            <a:off x="3246120" y="4270248"/>
            <a:ext cx="521208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"card"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+ GitHub Basics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tracks every change to your code. GitHub stores it in the cloud and shows it to the world. Five commands cover 90% of daily use.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THINGS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vs GitHub — Don't Confuse Them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029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laptop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control program. It records every change you make to your code so you can rewind, branch, or merge.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your computer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file history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+ open source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64592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645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2029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9204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cloud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788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platform that hosts Git repositories. Think of it as Google Drive for code, plus collaboration tools.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6576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online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internet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your repos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public projects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FILES TO GITHUB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Git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08660" y="1828800"/>
            <a:ext cx="1691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8660" y="1828800"/>
            <a:ext cx="169164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20116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" y="26974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edit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00300" y="2331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20340" y="1828800"/>
            <a:ext cx="1691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20340" y="1828800"/>
            <a:ext cx="169164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2811780" y="20116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11780" y="26974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save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1980" y="2331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32020" y="1828800"/>
            <a:ext cx="1691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2020" y="1828800"/>
            <a:ext cx="169164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4823460" y="20116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Repo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23460" y="26974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computer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23660" y="2331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743700" y="1828800"/>
            <a:ext cx="1691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43700" y="1828800"/>
            <a:ext cx="1691640" cy="73152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2" name="Text 20"/>
          <p:cNvSpPr/>
          <p:nvPr/>
        </p:nvSpPr>
        <p:spPr>
          <a:xfrm>
            <a:off x="6835140" y="20116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35140" y="26974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COMMANDS THAT MOVE CODE BETWEEN STAGES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83080" y="3840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A1F36"/>
          </a:solidFill>
          <a:ln/>
        </p:spPr>
      </p:sp>
      <p:sp>
        <p:nvSpPr>
          <p:cNvPr id="26" name="Text 24"/>
          <p:cNvSpPr/>
          <p:nvPr/>
        </p:nvSpPr>
        <p:spPr>
          <a:xfrm>
            <a:off x="178308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94760" y="3840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A1F36"/>
          </a:solidFill>
          <a:ln/>
        </p:spPr>
      </p:sp>
      <p:sp>
        <p:nvSpPr>
          <p:cNvPr id="28" name="Text 26"/>
          <p:cNvSpPr/>
          <p:nvPr/>
        </p:nvSpPr>
        <p:spPr>
          <a:xfrm>
            <a:off x="379476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"..."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06440" y="3840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A1F36"/>
          </a:solidFill>
          <a:ln/>
        </p:spPr>
      </p:sp>
      <p:sp>
        <p:nvSpPr>
          <p:cNvPr id="30" name="Text 28"/>
          <p:cNvSpPr/>
          <p:nvPr/>
        </p:nvSpPr>
        <p:spPr>
          <a:xfrm>
            <a:off x="580644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THESE TO MUSCLE MEMORY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Commands You'll Use Every 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576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508760"/>
            <a:ext cx="4434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5087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tracking a folder with Git. Run this once per project.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4434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1031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changed? What's staged? Run this whenever in doubt.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6576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2697480"/>
            <a:ext cx="4434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6974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changes. The dot means 'everything in this folder'.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36576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"message"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51960" y="3291840"/>
            <a:ext cx="4434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3291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with a short description of what you changed.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365760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51960" y="3886200"/>
            <a:ext cx="4434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38862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commits to GitHub. Needs internet.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five commands cover roughly 90% of daily Git use. Master them first.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SEQUENCE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First Push to GitHub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 new repo on github.com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17190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'New', name it 'day1-intro', leave it public, don't add README.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066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 the HTTPS URL it shows you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23408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https://. Keep it on your clipboard.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2130552"/>
            <a:ext cx="329184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21305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github.com/you/day1-intro.git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688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 your local folder to GitHub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51560" y="29626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Git where to send your code.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2752344"/>
            <a:ext cx="329184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27523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310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Rename your branch to main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51560" y="35844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uses 'main' as the default branch name.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3374136"/>
            <a:ext cx="329184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33741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950208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it!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51560" y="4206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-u flag remembers this connection for next time.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94960" y="3995928"/>
            <a:ext cx="329184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2" name="Text 30"/>
          <p:cNvSpPr/>
          <p:nvPr/>
        </p:nvSpPr>
        <p:spPr>
          <a:xfrm>
            <a:off x="5532120" y="3995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Foundations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structures every page on the web. It's a markup language — it describes WHAT content is, not how it looks. The CSS comes tomorrow.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EVERY WEBPAGE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HTML?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3017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not a programming language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is a markup language. It uses tags to label content — this is a heading, this is a paragraph, this is a link. The browser then renders it.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structure, not style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 tags wrapped in &lt; &gt;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webpage starts here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3840480" cy="30175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Shape 11"/>
          <p:cNvSpPr/>
          <p:nvPr/>
        </p:nvSpPr>
        <p:spPr>
          <a:xfrm>
            <a:off x="4956048" y="158191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58191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285232" y="158191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87452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 simple HTML tag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World!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Opening tag, content,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closing tag = element  --&gt;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am learning HTML.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STARTS LIKE THIS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HTML Document Skeleton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0" cy="32461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"en"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charset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Page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World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463040"/>
            <a:ext cx="29260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1463040"/>
            <a:ext cx="54864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1527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17922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browser: this is HTML5.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2240280"/>
            <a:ext cx="29260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2240280"/>
            <a:ext cx="54864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5694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element wrapping the whole page.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3017520"/>
            <a:ext cx="29260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0" y="3017520"/>
            <a:ext cx="54864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589788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33467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info: title, charset, links. Not visible.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3794760"/>
            <a:ext cx="29260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0720" y="3794760"/>
            <a:ext cx="54864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41239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users actually see on screen.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HTML TAGS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Tags You'll Use 90% of the Time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63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 - &lt;h6&gt;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h1 is biggest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1536192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536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&lt;h1&gt;Title&lt;/h1&gt;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463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paragraph of text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29400" y="1536192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536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&lt;p&gt;Some text here&lt;/p&gt;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240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560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to another page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23160" y="2313432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2313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href="..."&gt;Click&lt;/a&gt;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19456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2240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560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(self-closing)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2313432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313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src="..." alt="..."&gt;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017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 + &lt;li&gt;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(bullet) list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23160" y="3090672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9" name="Text 27"/>
          <p:cNvSpPr/>
          <p:nvPr/>
        </p:nvSpPr>
        <p:spPr>
          <a:xfrm>
            <a:off x="2468880" y="3090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&lt;ul&gt;&lt;li&gt;Item&lt;/li&gt;&lt;/ul&gt;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97180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3017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 + &lt;li&gt;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(numbered) list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29400" y="3090672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3090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&lt;ol&gt;&lt;li&gt;First&lt;/li&gt;&lt;/ol&gt;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74904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" y="4114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block container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423160" y="3867912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9" name="Text 37"/>
          <p:cNvSpPr/>
          <p:nvPr/>
        </p:nvSpPr>
        <p:spPr>
          <a:xfrm>
            <a:off x="2468880" y="38679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&lt;div&gt;Group of stuff&lt;/div&gt;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74904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0060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&lt;span&gt;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00600" y="4114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inline container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29400" y="3867912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38679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&lt;span&gt;inline text&lt;/span&gt;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name="value"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Attributes — Extra Info on a Tag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8562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562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8562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"https://google.com"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me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link goes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233172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href="about.html"&gt;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29260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2926080"/>
            <a:ext cx="73152" cy="1554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+ alt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path + description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3931920"/>
            <a:ext cx="233172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src="cat.jpg" alt="A cat"&gt;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29260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926080"/>
            <a:ext cx="73152" cy="1554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input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931920"/>
            <a:ext cx="233172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type="email"&gt;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HTML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that describe meaning, not just structure. Better for accessibility, SEO, and your future self reading the code.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TAG LIVES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Webpage's Semantic Anatomy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57200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828800"/>
            <a:ext cx="4297680" cy="411480"/>
          </a:xfrm>
          <a:prstGeom prst="rect">
            <a:avLst/>
          </a:prstGeom>
          <a:solidFill>
            <a:srgbClr val="E63946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28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286000"/>
            <a:ext cx="4297680" cy="274320"/>
          </a:xfrm>
          <a:prstGeom prst="rect">
            <a:avLst/>
          </a:prstGeom>
          <a:solidFill>
            <a:srgbClr val="F4A261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86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606040"/>
            <a:ext cx="2743200" cy="1371600"/>
          </a:xfrm>
          <a:prstGeom prst="rect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060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2606040"/>
            <a:ext cx="1463040" cy="1371600"/>
          </a:xfrm>
          <a:prstGeom prst="rect">
            <a:avLst/>
          </a:prstGeom>
          <a:solidFill>
            <a:srgbClr val="06AED5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606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4069080"/>
            <a:ext cx="4297680" cy="411480"/>
          </a:xfrm>
          <a:prstGeom prst="rect">
            <a:avLst/>
          </a:prstGeom>
          <a:solidFill>
            <a:srgbClr val="8338EC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069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header — logo, hero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navigation links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content area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content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/ related info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footer — copyright, links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SOUP vs SEMANTIC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Page, Two 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200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DIV SOUP — avoid this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2651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9019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9019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19019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945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"header"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"nav"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&gt;...&lt;/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"main"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"footer"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&gt;...&lt;/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320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SEMANTIC — readable, accessible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4023360" cy="26517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5" name="Shape 13"/>
          <p:cNvSpPr/>
          <p:nvPr/>
        </p:nvSpPr>
        <p:spPr>
          <a:xfrm>
            <a:off x="4773168" y="19019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19019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5102352" y="19019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1945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&gt;...&lt;/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&gt;...&lt;/</a:t>
            </a:r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26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semantic wins: </a:t>
            </a:r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understand it, Google ranks it better, your team reads it faster.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Time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minutes. Open VS Code, create a new folder, and build a personal intro page using everything we just covered. Push it to GitHub when done.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BRIEF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Your Personal Intro Page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246120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INCLUDE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274320" cy="27432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423160"/>
            <a:ext cx="274320" cy="27432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sentence intro about you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2880360"/>
            <a:ext cx="274320" cy="27432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 (any image)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337560"/>
            <a:ext cx="274320" cy="27432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of your skills or interests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3794760"/>
            <a:ext cx="274320" cy="27432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links: GitHub + LinkedIn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4251960"/>
            <a:ext cx="274320" cy="27432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4206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&lt;header&gt;&lt;main&gt;&lt;footer&gt;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semantic tags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3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folder: day1-intro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3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VS Code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3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77840" y="2688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index.html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3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77840" y="30723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! + Tab for boilerplate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3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77840" y="3456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content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3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7784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→ Open with Live Server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3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577840" y="4224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init, add, commit, push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DAY-1 GOTCHAS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 Get Stuck — Check These First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not showing?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src path. Image must be in your folder. Use a relative path like images/photo.jpg.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Server won't open?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file first (Ctrl+S). Make sure you're right-clicking an .html file, not a folder.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push asks for password?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no longer accepts passwords. Use a Personal Access Token or set up GitHub Desktop.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Tags look wrong in browser?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opening tag has a matching closing tag. Auto Rename Tag extension helps prevent this.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Setup + HTML Structure · Phase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E6394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 — Done.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2377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your page to GitHub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name: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day1-intro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one sentence about the page.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repo link in the group chat.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828800"/>
            <a:ext cx="73152" cy="2377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Forms + CSS Basics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83480" y="27889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forms with inputs and labels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today's page with CSS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model, colors, typography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laptop charged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now — or in the group chat tonight.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Setup + HTML Structure</dc:title>
  <dc:subject>PptxGenJS Presentation</dc:subject>
  <dc:creator>Incrix Techlutions</dc:creator>
  <cp:lastModifiedBy>Incrix Techlutions</cp:lastModifiedBy>
  <cp:revision>1</cp:revision>
  <dcterms:created xsi:type="dcterms:W3CDTF">2026-05-21T05:12:02Z</dcterms:created>
  <dcterms:modified xsi:type="dcterms:W3CDTF">2026-05-21T05:12:02Z</dcterms:modified>
</cp:coreProperties>
</file>