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4A261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TWO-DAY DEEP DIVE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88720" cy="11887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D6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783080" y="1280160"/>
            <a:ext cx="1188720" cy="11887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1280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46120" y="1280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+ APIs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callbacks to fetch — the two pieces that make modern apps work.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6: async/await · Day 7: APIs + Weather app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hrs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46888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patterns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8056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app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D6–D7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OWN BY THE END OF DAY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Two-Day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310896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ASYNC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Asynchronous JS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532888"/>
            <a:ext cx="201168" cy="201168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async exists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2916936"/>
            <a:ext cx="201168" cy="201168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write callbacks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300984"/>
            <a:ext cx="201168" cy="201168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32369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Promises and .then()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3685032"/>
            <a:ext cx="201168" cy="201168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85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621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async / await syntax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4069080"/>
            <a:ext cx="201168" cy="201168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4005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errors with try/catch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463040"/>
            <a:ext cx="73152" cy="3108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APIs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Talk to the Internet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983480" y="2532888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an API is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83480" y="2916936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fetch API to get data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83480" y="3300984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32369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and work with JSON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83480" y="3685032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3685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3621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API documentation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983480" y="4069080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03520" y="4005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Weather App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6+7 · Async JS + APIs · Phase 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TWO DAYS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4-Hour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ASYNC JAVASCRIPT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6AED5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async + the 3 approaches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6AED5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21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– 1:15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2219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· Promises · async/await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6AED5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9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1:45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5694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+ Hands-on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6AED5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16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29169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Wrap-Up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APIs + WEATHER APP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2A9D8F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0:45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7947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· fetch · JSON · Docs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42232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2A9D8F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42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– 1:45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41422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Weather App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489704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2A9D8F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489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44897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done · React preview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6+7 · Async JS + APIs · Phase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D6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2 HOURS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JavaScript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apps don't freeze while waiting for data. Today we learn the three ways JS handles waiting: callbacks, promises, and async/await.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ASYNC EXISTS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Synchronous vs Asynchronous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= one thing at a time. Async = start, do other work, come back when ready.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40233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947672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47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Synchronous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waits for the previous one to finish. If one is slow, everything is slow.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1097280" cy="457200"/>
          </a:xfrm>
          <a:prstGeom prst="rect">
            <a:avLst/>
          </a:prstGeom>
          <a:solidFill>
            <a:srgbClr val="E63946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3383280"/>
            <a:ext cx="1097280" cy="457200"/>
          </a:xfrm>
          <a:prstGeom prst="rect">
            <a:avLst/>
          </a:prstGeom>
          <a:solidFill>
            <a:srgbClr val="E63946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3383280"/>
            <a:ext cx="1097280" cy="457200"/>
          </a:xfrm>
          <a:prstGeom prst="rect">
            <a:avLst/>
          </a:prstGeom>
          <a:solidFill>
            <a:srgbClr val="E63946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 units of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78308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783080"/>
            <a:ext cx="40233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1947672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947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Asynchronous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46320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task, keep going, handle the result when it's done. Like ordering food online.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383280"/>
            <a:ext cx="1097280" cy="457200"/>
          </a:xfrm>
          <a:prstGeom prst="rect">
            <a:avLst/>
          </a:prstGeom>
          <a:solidFill>
            <a:srgbClr val="2A9D8F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3383280"/>
            <a:ext cx="1097280" cy="457200"/>
          </a:xfrm>
          <a:prstGeom prst="rect">
            <a:avLst/>
          </a:prstGeom>
          <a:solidFill>
            <a:srgbClr val="2A9D8F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3383280"/>
            <a:ext cx="1097280" cy="457200"/>
          </a:xfrm>
          <a:prstGeom prst="rect">
            <a:avLst/>
          </a:prstGeom>
          <a:solidFill>
            <a:srgbClr val="2A9D8F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~1.5 units of time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6+7 · Async JS + APIs · Phase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THE SAME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Ways to Write Async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45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Painful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Callbacks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(since forever)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function. It gets called when ready. Easy to nest into 'callback hell'.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9000" y="1645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645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Better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Promises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(2015)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834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representing a future value. Chain with .then() and .catch().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645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645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 Modern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/ await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ES2017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834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that read like sync code. What we'll use 95% of the time.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572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see all three today. You'll write async/await — but you must read the others too.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6+7 · Async JS + APIs · Phase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· BUT NESTS BADLY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Callbacks — Pass a Function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CALLBACK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0" cy="1645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"Done!"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arrow function is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callback. Runs after 1 second.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HELL 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737360"/>
            <a:ext cx="3840480" cy="28803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Shape 11"/>
          <p:cNvSpPr/>
          <p:nvPr/>
        </p:nvSpPr>
        <p:spPr>
          <a:xfrm>
            <a:off x="495604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28523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2148840"/>
            <a:ext cx="3383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getUser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(id, (user)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getPosts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(user, (posts)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getComments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(posts, (c)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saveAll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(c, (ok)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"😵"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Pyramid of doom 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72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Promises were invented. </a:t>
            </a:r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logic, no pyramid.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6+7 · Async JS + APIs · 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FULFILLED OR REJECTED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Promises — A Future Value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Waiting...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started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34640" y="155448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FULFILLED 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.then(value)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242316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REJECTED 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.catch(err)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2971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A PROMISE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737360"/>
            <a:ext cx="3931920" cy="2834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6460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19379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1488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"/api/users"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((res) =&gt; res.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((data)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((err)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(err);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402336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</a:t>
            </a:r>
            <a:pPr indent="0" marL="0">
              <a:buNone/>
            </a:pPr>
            <a:r>
              <a:rPr lang="en-US" sz="1000" b="1" i="1" dirty="0">
                <a:solidFill>
                  <a:srgbClr val="06AE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.then()</a:t>
            </a:r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calls instead of nesting. Flat code, same result.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6+7 · Async JS + APIs · Phase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LIKE SYNC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/ await — The Modern Way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STYLE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24688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loadUser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"/api/me"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 =&gt; res.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 STYLE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4023360" cy="24688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Shape 11"/>
          <p:cNvSpPr/>
          <p:nvPr/>
        </p:nvSpPr>
        <p:spPr>
          <a:xfrm>
            <a:off x="477316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235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1488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loadUser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 = </a:t>
            </a:r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"/api/me"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 = </a:t>
            </a:r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434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Mark the function </a:t>
            </a:r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(2) Put </a:t>
            </a:r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any promise. JS pauses there until it resolves.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6+7 · Async JS + APIs · 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NETWORK FAILS?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/ catch — Handling Errors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93776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loadUser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 =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"/api/me"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(!res.ok)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"Failed"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 =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(err)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"Oops:"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err);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55448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554480"/>
            <a:ext cx="73152" cy="91440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AE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 ... 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code that might fail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56032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2560320"/>
            <a:ext cx="73152" cy="914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 Error()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fail when something's wrong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356616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3566160"/>
            <a:ext cx="73152" cy="9144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(err)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if anything inside try fails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6+7 · Async JS + APIs · Phase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BEFORE DAY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6 Hands-On + Wrap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EXERCISES · 25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async patterns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320040" cy="3200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Delayed greeting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setTimeout. Log "Hi" after 2 seconds.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090672"/>
            <a:ext cx="320040" cy="3200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044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Fake API with Promise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319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setTimeout in a Promise. Resolve with a user object.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803904"/>
            <a:ext cx="320040" cy="3200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03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 with async/await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0325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exercise 2 and rewrite using async/await + try/catch.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1417320"/>
            <a:ext cx="73152" cy="32004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TAKEAWAYS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 this much: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22860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= start now, finish later.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= future value containers.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= readable promises.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wrap awaits in try/catch.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real API calls.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Async JS + APIs · Phase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D7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2 HOURS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 + Weather App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fetch real data. We'll learn what APIs are, how to call them with fetch(), parse JSON, and build a complete weather app that actually works.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an API?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waiter at a restaurant. You give a request, the kitchen does the work, you get back food.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2194560" cy="73152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weather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2860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828800"/>
            <a:ext cx="21945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🔌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4612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request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22860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852160" y="182880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828800"/>
            <a:ext cx="21945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🌧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85216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the 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YOU CAN USE TODAY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19659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OpenWeather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0" y="4023360"/>
            <a:ext cx="19659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Repos, users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4023360"/>
            <a:ext cx="19659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TMDB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&amp; TV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66560" y="4023360"/>
            <a:ext cx="19659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JSONPlaceholder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data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 YOU USE TO TALK TO APIs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Methods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data. Read-only.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0" y="1508760"/>
            <a:ext cx="338328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15087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user's profile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6AED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848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something new.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03520" y="2130552"/>
            <a:ext cx="338328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1305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new comment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0662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0240" y="27249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replace fully.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03520" y="2752344"/>
            <a:ext cx="338328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275234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profile completely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28416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8338E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2841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33467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partially.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303520" y="3374136"/>
            <a:ext cx="338328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337413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just one field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5020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502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920240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something.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303520" y="3995928"/>
            <a:ext cx="338328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9959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comment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JS'S BUILT-IN API CLIENT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fetch()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URL, AWAIT the response, PARSE the JSON.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1554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019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019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9019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 = </a:t>
            </a:r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"https://api.weather.com/v1/today"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 = </a:t>
            </a:r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res.</a:t>
            </a:r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611880"/>
            <a:ext cx="73152" cy="10058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fetch(url)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request. Returns a Promise.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361188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3611880"/>
            <a:ext cx="73152" cy="10058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response to arrive.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361188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611880"/>
            <a:ext cx="73152" cy="100584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AE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body as JSON. Also returns a Promise.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OBJECT NOTATION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— How APIs Speak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that looks like a JavaScript object. The default format for almost every API response.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API RETURNS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23360" cy="2514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2219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219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2219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146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"Madurai"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"sunny"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"forecast"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"Tue"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"Wed"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"Thu"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JS USES 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4023360" cy="2514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73168" y="22219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22219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2352" y="22219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5146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res.json() parses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into a real JS object: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data.city    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"Madurai"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data.temp    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data.sunny   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data.forecast[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"Tue"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Just like any JS object!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FIGURE OUT ANY API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API Documentation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4447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the endpoint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URL you call. Usually starts with the base URL of the API.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0848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the method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377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for fetching, POST for creating. Most docs put this prominently.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at parameters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017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params (?key=value) or path params (/users/:id). What does it need?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36499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example response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6576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JSON shape. That tells you what fields you can use.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0050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authentication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297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APIs need an API key in the URL or headers. Get yours from their site.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Weather App — What We're Building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74320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778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1828800"/>
            <a:ext cx="822960" cy="8229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Madurai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· 32°C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51B4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33°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64208" y="3749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51B47"/>
          </a:solidFill>
          <a:ln/>
        </p:spPr>
      </p:sp>
      <p:sp>
        <p:nvSpPr>
          <p:cNvPr id="12" name="Text 10"/>
          <p:cNvSpPr/>
          <p:nvPr/>
        </p:nvSpPr>
        <p:spPr>
          <a:xfrm>
            <a:off x="1664208" y="3749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31°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05456" y="3749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51B47"/>
          </a:solidFill>
          <a:ln/>
        </p:spPr>
      </p:sp>
      <p:sp>
        <p:nvSpPr>
          <p:cNvPr id="14" name="Text 12"/>
          <p:cNvSpPr/>
          <p:nvPr/>
        </p:nvSpPr>
        <p:spPr>
          <a:xfrm>
            <a:off x="2505456" y="3749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30°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4297680"/>
            <a:ext cx="777240" cy="27432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4297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892808"/>
            <a:ext cx="274320" cy="27432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by city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city name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441448"/>
            <a:ext cx="274320" cy="27432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 from OpenWeather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real API with your key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990088"/>
            <a:ext cx="274320" cy="27432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current weather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condition, icon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538728"/>
            <a:ext cx="274320" cy="27432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3-day forecast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93776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tile layout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087368"/>
            <a:ext cx="274320" cy="27432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+ error states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937760" y="4297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network failures gracefully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BONES FIRST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HTML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"weather-app"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"search"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city..."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loading / error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"city-name"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"condition"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LOGIC IN ONE PLACE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— Fetch + Render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API_KEY =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"your_key_here"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"#search"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"submit"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preventDefault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city =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"#city"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).value;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setStatus(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"Loading..."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url =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`https://api...?q=${city}&amp;appid=${API_KEY}`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 =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(!res.ok)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 not found"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 =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render(data);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(err)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setStatus(err.message);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BEGINNERS FORGET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· Error · Empty States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app handles three non-happy paths. Don't ship without these.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⏳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spinner or 'Loading...' while the fetch is in flight.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840480"/>
            <a:ext cx="2377440" cy="502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setStatus("Loading...");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78308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78308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✕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4612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971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clear message if the network or API fails.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3840480"/>
            <a:ext cx="2377440" cy="502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setStatus("City not found");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78308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78308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◯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03504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2971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friendly hint before the user has searched anything.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840480"/>
            <a:ext cx="2377440" cy="502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setStatus("Try a city name");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DAY-7 GOTCHAS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fetch() Doesn't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Got 401 Unauthorized?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is missing or wrong. Double-check the URL parameter name (usually appid or api_key).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error in console?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APIs block browser calls. Use a proxy or call from a backend later in the course.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 resolves on 404 too!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only rejects on network errors. Check res.ok manually and throw if false.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Forgot await on .json()?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res.json() also returns a Promise. Without await, you get a Promise object, not the data.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Complete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18288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· 6 HOURS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8745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modern JS (const, arrow functions, destructuring)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0" y="23317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the DOM and respond to events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0" y="27889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5468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 / filter / reduce on arrays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0" y="32461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async with async/await and try/catch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0" y="37033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5468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any REST API with fetch() and parse JSON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0" y="41605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5468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data-driven app from scratch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PROJECTS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One to Polish Tonight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13258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forecast tiles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5-day forecast endpoint. Show 3 days as a row of cards.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73152" cy="132588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a weather icon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returns an icon code. Build the icon URL and render &lt;img&gt;.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73152" cy="13258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 last city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last search in localStorage. Pre-fill on page load.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71800"/>
            <a:ext cx="73152" cy="132588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GitHub user fetcher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474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different API. github.com/users/{username}. Show avatar + bio.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PHASE 3 KICKOFF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Tomorrow — React Begins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rebuild the weather app — but better. Components, state, hooks. Modern frontend.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4023360" cy="73152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modern site uses it. What problem it solves.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20240"/>
            <a:ext cx="4023360" cy="73152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Components + JSX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468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HTML inside JavaScript. Reusable building blocks.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46120"/>
            <a:ext cx="4023360" cy="73152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Props + State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data flows through a React app.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246120"/>
            <a:ext cx="4023360" cy="73152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 setup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modern dev server. No old Create React App.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Async JS + APIs · Phase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4A26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 · PHASE 2 COMPLETE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days down. 8 to go.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2377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Polish the weather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free OpenWeather API key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stretch goal from slide 24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 new repo: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day7-weather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live URL in the chat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828800"/>
            <a:ext cx="73152" cy="2377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8 · PHASE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Begins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setup + project structure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— HTML in your JS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and props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reusable card component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+ APIs is the hardest hill in vanilla JS. You climbed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Days 6 &amp; 7 — Async JavaScript + APIs</dc:title>
  <dc:subject>PptxGenJS Presentation</dc:subject>
  <dc:creator>Incrix Techlutions</dc:creator>
  <cp:lastModifiedBy>Incrix Techlutions</cp:lastModifiedBy>
  <cp:revision>1</cp:revision>
  <dcterms:created xsi:type="dcterms:W3CDTF">2026-05-27T05:26:26Z</dcterms:created>
  <dcterms:modified xsi:type="dcterms:W3CDTF">2026-05-27T05:26:26Z</dcterms:modified>
</cp:coreProperties>
</file>